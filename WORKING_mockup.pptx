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84" r:id="rId3"/>
    <p:sldId id="274" r:id="rId4"/>
    <p:sldId id="275" r:id="rId5"/>
    <p:sldId id="276" r:id="rId6"/>
    <p:sldId id="278" r:id="rId7"/>
    <p:sldId id="279" r:id="rId8"/>
    <p:sldId id="263" r:id="rId9"/>
    <p:sldId id="264" r:id="rId10"/>
    <p:sldId id="266" r:id="rId11"/>
    <p:sldId id="267" r:id="rId12"/>
    <p:sldId id="268" r:id="rId13"/>
    <p:sldId id="280" r:id="rId14"/>
    <p:sldId id="269" r:id="rId15"/>
    <p:sldId id="270" r:id="rId16"/>
    <p:sldId id="271" r:id="rId17"/>
    <p:sldId id="272" r:id="rId18"/>
    <p:sldId id="281" r:id="rId19"/>
    <p:sldId id="282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 Page" id="{A5826488-38DF-4FDA-87C3-C55905900BA0}">
          <p14:sldIdLst>
            <p14:sldId id="273"/>
            <p14:sldId id="284"/>
          </p14:sldIdLst>
        </p14:section>
        <p14:section name="Settings" id="{068B0C66-0EE6-4B14-90A8-685C4C5C4999}">
          <p14:sldIdLst>
            <p14:sldId id="274"/>
          </p14:sldIdLst>
        </p14:section>
        <p14:section name="Credits" id="{C34AF634-0713-4C56-A4F3-DEBE9B7CA16B}">
          <p14:sldIdLst>
            <p14:sldId id="275"/>
          </p14:sldIdLst>
        </p14:section>
        <p14:section name="Grimoire Setup" id="{CCF5B2BF-7570-421D-8CA9-133BAF6C1597}">
          <p14:sldIdLst>
            <p14:sldId id="276"/>
            <p14:sldId id="278"/>
            <p14:sldId id="279"/>
          </p14:sldIdLst>
        </p14:section>
        <p14:section name="Grimoire Page" id="{EEC3E71F-C955-4398-B2FF-CAAD0179358E}">
          <p14:sldIdLst>
            <p14:sldId id="263"/>
            <p14:sldId id="264"/>
            <p14:sldId id="266"/>
            <p14:sldId id="267"/>
            <p14:sldId id="268"/>
            <p14:sldId id="280"/>
            <p14:sldId id="269"/>
            <p14:sldId id="270"/>
            <p14:sldId id="271"/>
            <p14:sldId id="272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8FAADC"/>
    <a:srgbClr val="2F5597"/>
    <a:srgbClr val="F4B183"/>
    <a:srgbClr val="C55A11"/>
    <a:srgbClr val="FFD966"/>
    <a:srgbClr val="F6F1B0"/>
    <a:srgbClr val="2E75B6"/>
    <a:srgbClr val="DAE3F3"/>
    <a:srgbClr val="9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359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710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567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9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399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11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31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21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71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46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552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gradFill flip="none" rotWithShape="1">
          <a:gsLst>
            <a:gs pos="0">
              <a:srgbClr val="7030A0"/>
            </a:gs>
            <a:gs pos="85000">
              <a:srgbClr val="00206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970B3-99CF-4010-BD22-8A76CE724EA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73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-fonts.com/" TargetMode="External"/><Relationship Id="rId2" Type="http://schemas.openxmlformats.org/officeDocument/2006/relationships/hyperlink" Target="https://github.com/tomozbot/botc-icons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slide" Target="slide7.xml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slide" Target="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slide" Target="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6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" Target="slide1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5" Type="http://schemas.openxmlformats.org/officeDocument/2006/relationships/image" Target="../media/image22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9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20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24.pn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2074E-F0CE-473E-AD67-4A5145ABC722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Blood on the Clocktower</a:t>
            </a:r>
          </a:p>
        </p:txBody>
      </p:sp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47516BE7-BF9C-4F42-ADEC-0110C13A5BA3}"/>
              </a:ext>
            </a:extLst>
          </p:cNvPr>
          <p:cNvSpPr/>
          <p:nvPr/>
        </p:nvSpPr>
        <p:spPr>
          <a:xfrm>
            <a:off x="2692400" y="26035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New Grim</a:t>
            </a:r>
          </a:p>
        </p:txBody>
      </p:sp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1BDC5F63-7457-4010-83FB-B46B6A1F6F0D}"/>
              </a:ext>
            </a:extLst>
          </p:cNvPr>
          <p:cNvSpPr/>
          <p:nvPr/>
        </p:nvSpPr>
        <p:spPr>
          <a:xfrm>
            <a:off x="2692400" y="34290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Settings</a:t>
            </a:r>
          </a:p>
        </p:txBody>
      </p:sp>
      <p:sp>
        <p:nvSpPr>
          <p:cNvPr id="5" name="Rectangle: Rounded Corners 4">
            <a:hlinkClick r:id="rId4" action="ppaction://hlinksldjump"/>
            <a:extLst>
              <a:ext uri="{FF2B5EF4-FFF2-40B4-BE49-F238E27FC236}">
                <a16:creationId xmlns:a16="http://schemas.microsoft.com/office/drawing/2014/main" id="{9582DC9E-E228-4C04-BF19-B8C4A88D913B}"/>
              </a:ext>
            </a:extLst>
          </p:cNvPr>
          <p:cNvSpPr/>
          <p:nvPr/>
        </p:nvSpPr>
        <p:spPr>
          <a:xfrm>
            <a:off x="2692400" y="4279901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0A7C-30AB-4B27-9238-D4780DF938C8}"/>
              </a:ext>
            </a:extLst>
          </p:cNvPr>
          <p:cNvSpPr txBox="1"/>
          <p:nvPr/>
        </p:nvSpPr>
        <p:spPr>
          <a:xfrm>
            <a:off x="4572000" y="156602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Old English Text MT; size 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6186A-4547-46DA-A6C5-9813350B191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001549" y="150664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9D0BD2-8AF6-4559-BD97-DEA2F4076DF6}"/>
              </a:ext>
            </a:extLst>
          </p:cNvPr>
          <p:cNvSpPr txBox="1"/>
          <p:nvPr/>
        </p:nvSpPr>
        <p:spPr>
          <a:xfrm>
            <a:off x="68510" y="2252077"/>
            <a:ext cx="2188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Linear gradient purple to dark blue</a:t>
            </a:r>
          </a:p>
        </p:txBody>
      </p:sp>
    </p:spTree>
    <p:extLst>
      <p:ext uri="{BB962C8B-B14F-4D97-AF65-F5344CB8AC3E}">
        <p14:creationId xmlns:p14="http://schemas.microsoft.com/office/powerpoint/2010/main" val="3077673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2074E-F0CE-473E-AD67-4A5145ABC722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Blood on the Clocktower</a:t>
            </a:r>
          </a:p>
        </p:txBody>
      </p:sp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47516BE7-BF9C-4F42-ADEC-0110C13A5BA3}"/>
              </a:ext>
            </a:extLst>
          </p:cNvPr>
          <p:cNvSpPr/>
          <p:nvPr/>
        </p:nvSpPr>
        <p:spPr>
          <a:xfrm>
            <a:off x="4664278" y="2603500"/>
            <a:ext cx="1787321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New Grim</a:t>
            </a:r>
          </a:p>
        </p:txBody>
      </p:sp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1BDC5F63-7457-4010-83FB-B46B6A1F6F0D}"/>
              </a:ext>
            </a:extLst>
          </p:cNvPr>
          <p:cNvSpPr/>
          <p:nvPr/>
        </p:nvSpPr>
        <p:spPr>
          <a:xfrm>
            <a:off x="2692400" y="34290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Settings</a:t>
            </a:r>
          </a:p>
        </p:txBody>
      </p:sp>
      <p:sp>
        <p:nvSpPr>
          <p:cNvPr id="5" name="Rectangle: Rounded Corners 4">
            <a:hlinkClick r:id="rId4" action="ppaction://hlinksldjump"/>
            <a:extLst>
              <a:ext uri="{FF2B5EF4-FFF2-40B4-BE49-F238E27FC236}">
                <a16:creationId xmlns:a16="http://schemas.microsoft.com/office/drawing/2014/main" id="{9582DC9E-E228-4C04-BF19-B8C4A88D913B}"/>
              </a:ext>
            </a:extLst>
          </p:cNvPr>
          <p:cNvSpPr/>
          <p:nvPr/>
        </p:nvSpPr>
        <p:spPr>
          <a:xfrm>
            <a:off x="2692400" y="4279901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0A7C-30AB-4B27-9238-D4780DF938C8}"/>
              </a:ext>
            </a:extLst>
          </p:cNvPr>
          <p:cNvSpPr txBox="1"/>
          <p:nvPr/>
        </p:nvSpPr>
        <p:spPr>
          <a:xfrm>
            <a:off x="4572000" y="156602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Old English Text MT; size 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6186A-4547-46DA-A6C5-9813350B191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001549" y="150664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9D0BD2-8AF6-4559-BD97-DEA2F4076DF6}"/>
              </a:ext>
            </a:extLst>
          </p:cNvPr>
          <p:cNvSpPr txBox="1"/>
          <p:nvPr/>
        </p:nvSpPr>
        <p:spPr>
          <a:xfrm>
            <a:off x="68510" y="2252077"/>
            <a:ext cx="2188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Linear gradient purple to dark blue</a:t>
            </a:r>
          </a:p>
        </p:txBody>
      </p:sp>
      <p:sp>
        <p:nvSpPr>
          <p:cNvPr id="10" name="Rectangle: Rounded Corners 9">
            <a:hlinkClick r:id="rId5" action="ppaction://hlinksldjump"/>
            <a:extLst>
              <a:ext uri="{FF2B5EF4-FFF2-40B4-BE49-F238E27FC236}">
                <a16:creationId xmlns:a16="http://schemas.microsoft.com/office/drawing/2014/main" id="{98E62C0D-3A1D-451B-A6C1-68CAF6478EEA}"/>
              </a:ext>
            </a:extLst>
          </p:cNvPr>
          <p:cNvSpPr/>
          <p:nvPr/>
        </p:nvSpPr>
        <p:spPr>
          <a:xfrm>
            <a:off x="2692400" y="2582410"/>
            <a:ext cx="1703431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Open Grim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05C146-D9B6-42E2-ABDC-72D6D2A7A59A}"/>
              </a:ext>
            </a:extLst>
          </p:cNvPr>
          <p:cNvCxnSpPr/>
          <p:nvPr/>
        </p:nvCxnSpPr>
        <p:spPr>
          <a:xfrm>
            <a:off x="4286774" y="3179310"/>
            <a:ext cx="0" cy="24969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541BB5-90C9-41C0-96D4-BFD95677ACC9}"/>
              </a:ext>
            </a:extLst>
          </p:cNvPr>
          <p:cNvCxnSpPr>
            <a:cxnSpLocks/>
          </p:cNvCxnSpPr>
          <p:nvPr/>
        </p:nvCxnSpPr>
        <p:spPr>
          <a:xfrm>
            <a:off x="4395831" y="3053593"/>
            <a:ext cx="268447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A6A34B-CDD9-4D95-82E9-26CE3C9AFA04}"/>
              </a:ext>
            </a:extLst>
          </p:cNvPr>
          <p:cNvSpPr txBox="1"/>
          <p:nvPr/>
        </p:nvSpPr>
        <p:spPr>
          <a:xfrm>
            <a:off x="4318000" y="3196596"/>
            <a:ext cx="1059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</p:spTree>
    <p:extLst>
      <p:ext uri="{BB962C8B-B14F-4D97-AF65-F5344CB8AC3E}">
        <p14:creationId xmlns:p14="http://schemas.microsoft.com/office/powerpoint/2010/main" val="2357947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9668B-9D7B-4D02-9B26-680201DD941D}"/>
              </a:ext>
            </a:extLst>
          </p:cNvPr>
          <p:cNvSpPr txBox="1"/>
          <p:nvPr/>
        </p:nvSpPr>
        <p:spPr>
          <a:xfrm>
            <a:off x="990599" y="1968500"/>
            <a:ext cx="4405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Grimoire:</a:t>
            </a:r>
          </a:p>
          <a:p>
            <a:r>
              <a:rPr lang="en-GB" dirty="0">
                <a:solidFill>
                  <a:schemeClr val="bg1"/>
                </a:solidFill>
              </a:rPr>
              <a:t>	Background Colour:</a:t>
            </a:r>
            <a:r>
              <a:rPr lang="en-GB" dirty="0"/>
              <a:t> </a:t>
            </a:r>
            <a:r>
              <a:rPr lang="en-GB" dirty="0">
                <a:solidFill>
                  <a:schemeClr val="bg1"/>
                </a:solidFill>
                <a:highlight>
                  <a:srgbClr val="2E75B6"/>
                </a:highlight>
              </a:rPr>
              <a:t>#2E75B6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	Restricted Mode:</a:t>
            </a:r>
          </a:p>
          <a:p>
            <a:r>
              <a:rPr lang="en-GB" dirty="0">
                <a:solidFill>
                  <a:schemeClr val="bg1"/>
                </a:solidFill>
              </a:rPr>
              <a:t>		Collapse Reminders: yes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Language: English (currently only option)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098E5-1683-4118-9BA8-093A31F22FC7}"/>
              </a:ext>
            </a:extLst>
          </p:cNvPr>
          <p:cNvSpPr txBox="1"/>
          <p:nvPr/>
        </p:nvSpPr>
        <p:spPr>
          <a:xfrm>
            <a:off x="4865614" y="2446870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Colour picker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4530D1-75A9-4A29-9D55-61F4A763D932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295163" y="2387485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6BE96A-EC8B-4B1D-82F7-BA57758480B2}"/>
              </a:ext>
            </a:extLst>
          </p:cNvPr>
          <p:cNvSpPr txBox="1"/>
          <p:nvPr/>
        </p:nvSpPr>
        <p:spPr>
          <a:xfrm>
            <a:off x="4865614" y="312300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Toggle switch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84E09-96B6-471C-A11D-A177B8C9632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295163" y="306362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BC8388-1726-48A3-8280-B0FD1B15D041}"/>
              </a:ext>
            </a:extLst>
          </p:cNvPr>
          <p:cNvSpPr txBox="1"/>
          <p:nvPr/>
        </p:nvSpPr>
        <p:spPr>
          <a:xfrm>
            <a:off x="3179427" y="3816357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312A87-5B38-4FD4-B921-F742880FFEA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608976" y="3756972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43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extLst>
    <p:ext uri="{3A86A75C-4F4B-4683-9AE1-C65F6400EC91}">
      <p14:laserTraceLst xmlns:p14="http://schemas.microsoft.com/office/powerpoint/2010/main">
        <p14:tracePtLst>
          <p14:tracePt t="9421" x="8920163" y="1116013"/>
          <p14:tracePt t="9425" x="8832850" y="1068388"/>
          <p14:tracePt t="9434" x="8777288" y="1028700"/>
          <p14:tracePt t="9441" x="8745538" y="1012825"/>
          <p14:tracePt t="9450" x="8729663" y="1004888"/>
          <p14:tracePt t="9457" x="8721725" y="996950"/>
          <p14:tracePt t="9465" x="8713788" y="996950"/>
          <p14:tracePt t="9473" x="8705850" y="989013"/>
          <p14:tracePt t="9497" x="8697913" y="981075"/>
          <p14:tracePt t="9505" x="8697913" y="973138"/>
          <p14:tracePt t="9513" x="8689975" y="973138"/>
          <p14:tracePt t="9520" x="8682038" y="965200"/>
          <p14:tracePt t="9529" x="8666163" y="941388"/>
          <p14:tracePt t="9537" x="8658225" y="925513"/>
          <p14:tracePt t="9545" x="8642350" y="917575"/>
          <p14:tracePt t="9553" x="8634413" y="893763"/>
          <p14:tracePt t="9560" x="8626475" y="869950"/>
          <p14:tracePt t="9569" x="8610600" y="862013"/>
          <p14:tracePt t="9577" x="8610600" y="844550"/>
          <p14:tracePt t="9585" x="8610600" y="820738"/>
          <p14:tracePt t="9593" x="8610600" y="804863"/>
          <p14:tracePt t="9600" x="8602663" y="781050"/>
          <p14:tracePt t="9609" x="8593138" y="765175"/>
          <p14:tracePt t="9617" x="8593138" y="757238"/>
          <p14:tracePt t="9625" x="8593138" y="733425"/>
          <p14:tracePt t="9633" x="8593138" y="725488"/>
          <p14:tracePt t="9641" x="8585200" y="717550"/>
          <p14:tracePt t="9649" x="8585200" y="709613"/>
          <p14:tracePt t="9762" x="8585200" y="701675"/>
          <p14:tracePt t="9770" x="8585200" y="693738"/>
          <p14:tracePt t="9778" x="8585200" y="685800"/>
          <p14:tracePt t="9794" x="8585200" y="677863"/>
          <p14:tracePt t="9818" x="8585200" y="661988"/>
          <p14:tracePt t="9826" x="8593138" y="661988"/>
          <p14:tracePt t="9834" x="8593138" y="654050"/>
          <p14:tracePt t="9844" x="8602663" y="638175"/>
          <p14:tracePt t="9850" x="8602663" y="630238"/>
          <p14:tracePt t="9858" x="8602663" y="614363"/>
          <p14:tracePt t="9866" x="8610600" y="606425"/>
          <p14:tracePt t="9883" x="8610600" y="590550"/>
          <p14:tracePt t="9890" x="8610600" y="574675"/>
          <p14:tracePt t="9906" x="8618538" y="558800"/>
          <p14:tracePt t="9923" x="8626475" y="542925"/>
          <p14:tracePt t="9930" x="8626475" y="534988"/>
          <p14:tracePt t="9946" x="8634413" y="527050"/>
          <p14:tracePt t="9954" x="8634413" y="509588"/>
          <p14:tracePt t="9963" x="8634413" y="501650"/>
          <p14:tracePt t="9970" x="8634413" y="485775"/>
          <p14:tracePt t="9978" x="8634413" y="477838"/>
          <p14:tracePt t="9986" x="8634413" y="461963"/>
          <p14:tracePt t="10003" x="8634413" y="446088"/>
          <p14:tracePt t="10018" x="8634413" y="438150"/>
          <p14:tracePt t="10034" x="8634413" y="430213"/>
          <p14:tracePt t="13338" x="7708900" y="2049463"/>
          <p14:tracePt t="13345" x="7700963" y="2049463"/>
          <p14:tracePt t="13354" x="7661275" y="2073275"/>
          <p14:tracePt t="13362" x="7621588" y="2089150"/>
          <p14:tracePt t="13370" x="7597775" y="2105025"/>
          <p14:tracePt t="13378" x="7542213" y="2128838"/>
          <p14:tracePt t="13386" x="7485063" y="2144713"/>
          <p14:tracePt t="13393" x="7437438" y="2152650"/>
          <p14:tracePt t="13402" x="7373938" y="2176463"/>
          <p14:tracePt t="13409" x="7286625" y="2192338"/>
          <p14:tracePt t="13417" x="7207250" y="2224088"/>
          <p14:tracePt t="13425" x="7110413" y="2241550"/>
          <p14:tracePt t="13434" x="7023100" y="2265363"/>
          <p14:tracePt t="13442" x="6935788" y="2273300"/>
          <p14:tracePt t="13450" x="6856413" y="2281238"/>
          <p14:tracePt t="13458" x="6751638" y="2305050"/>
          <p14:tracePt t="13466" x="6672263" y="2320925"/>
          <p14:tracePt t="13474" x="6561138" y="2328863"/>
          <p14:tracePt t="13482" x="6465888" y="2344738"/>
          <p14:tracePt t="13490" x="6376988" y="2360613"/>
          <p14:tracePt t="13498" x="6281738" y="2368550"/>
          <p14:tracePt t="13506" x="6186488" y="2384425"/>
          <p14:tracePt t="13514" x="6091238" y="2392363"/>
          <p14:tracePt t="13522" x="5962650" y="2432050"/>
          <p14:tracePt t="13529" x="5867400" y="2463800"/>
          <p14:tracePt t="13538" x="5780088" y="2487613"/>
          <p14:tracePt t="13546" x="5684838" y="2519363"/>
          <p14:tracePt t="13554" x="5588000" y="2566988"/>
          <p14:tracePt t="13562" x="5516563" y="2600325"/>
          <p14:tracePt t="13570" x="5461000" y="2655888"/>
          <p14:tracePt t="13578" x="5429250" y="2687638"/>
          <p14:tracePt t="13586" x="5405438" y="2727325"/>
          <p14:tracePt t="13594" x="5389563" y="2767013"/>
          <p14:tracePt t="13602" x="5381625" y="2798763"/>
          <p14:tracePt t="13610" x="5381625" y="2806700"/>
          <p14:tracePt t="13618" x="5381625" y="2830513"/>
          <p14:tracePt t="13626" x="5381625" y="2854325"/>
          <p14:tracePt t="13634" x="5381625" y="2862263"/>
          <p14:tracePt t="13642" x="5381625" y="2886075"/>
          <p14:tracePt t="13650" x="5381625" y="2894013"/>
          <p14:tracePt t="13658" x="5389563" y="2901950"/>
          <p14:tracePt t="13666" x="5405438" y="2909888"/>
          <p14:tracePt t="13674" x="5421313" y="2919413"/>
          <p14:tracePt t="13682" x="5445125" y="2927350"/>
          <p14:tracePt t="13690" x="5476875" y="2927350"/>
          <p14:tracePt t="13698" x="5508625" y="2927350"/>
          <p14:tracePt t="13706" x="5556250" y="2927350"/>
          <p14:tracePt t="13713" x="5619750" y="2901950"/>
          <p14:tracePt t="13722" x="5724525" y="2862263"/>
          <p14:tracePt t="13730" x="5795963" y="2814638"/>
          <p14:tracePt t="13738" x="5946775" y="2719388"/>
          <p14:tracePt t="13746" x="6026150" y="2663825"/>
          <p14:tracePt t="13754" x="6186488" y="2543175"/>
          <p14:tracePt t="13762" x="6361113" y="2416175"/>
          <p14:tracePt t="13770" x="6521450" y="2273300"/>
          <p14:tracePt t="13778" x="6704013" y="2097088"/>
          <p14:tracePt t="13786" x="6816725" y="1978025"/>
          <p14:tracePt t="13794" x="6991350" y="1770063"/>
          <p14:tracePt t="13802" x="7135813" y="1595438"/>
          <p14:tracePt t="13810" x="7286625" y="1427163"/>
          <p14:tracePt t="13818" x="7405688" y="1308100"/>
          <p14:tracePt t="13826" x="7550150" y="1179513"/>
          <p14:tracePt t="13834" x="7669213" y="1068388"/>
          <p14:tracePt t="13842" x="7740650" y="1020763"/>
          <p14:tracePt t="13850" x="7812088" y="957263"/>
          <p14:tracePt t="13858" x="7877175" y="893763"/>
          <p14:tracePt t="13866" x="7940675" y="844550"/>
          <p14:tracePt t="13874" x="7980363" y="804863"/>
          <p14:tracePt t="13882" x="8059738" y="741363"/>
          <p14:tracePt t="13890" x="8107363" y="717550"/>
          <p14:tracePt t="13898" x="8162925" y="677863"/>
          <p14:tracePt t="13906" x="8202613" y="646113"/>
          <p14:tracePt t="13914" x="8243888" y="614363"/>
          <p14:tracePt t="13922" x="8259763" y="614363"/>
          <p14:tracePt t="13929" x="8291513" y="606425"/>
          <p14:tracePt t="13938" x="8315325" y="590550"/>
          <p14:tracePt t="13946" x="8339138" y="582613"/>
          <p14:tracePt t="13954" x="8355013" y="582613"/>
          <p14:tracePt t="13962" x="8362950" y="582613"/>
          <p14:tracePt t="13970" x="8370888" y="582613"/>
          <p14:tracePt t="13986" x="8378825" y="582613"/>
          <p14:tracePt t="13994" x="8394700" y="574675"/>
          <p14:tracePt t="14026" x="8394700" y="566738"/>
          <p14:tracePt t="14050" x="8402638" y="558800"/>
          <p14:tracePt t="14074" x="8410575" y="542925"/>
          <p14:tracePt t="14082" x="8410575" y="519113"/>
          <p14:tracePt t="14090" x="8426450" y="501650"/>
          <p14:tracePt t="14098" x="8426450" y="485775"/>
          <p14:tracePt t="14106" x="8434388" y="469900"/>
          <p14:tracePt t="14113" x="8458200" y="446088"/>
          <p14:tracePt t="14129" x="8466138" y="430213"/>
          <p14:tracePt t="14458" x="8466138" y="422275"/>
          <p14:tracePt t="14466" x="8482013" y="422275"/>
          <p14:tracePt t="14474" x="8505825" y="422275"/>
          <p14:tracePt t="14483" x="8521700" y="422275"/>
          <p14:tracePt t="14490" x="8537575" y="422275"/>
          <p14:tracePt t="14498" x="8553450" y="414338"/>
          <p14:tracePt t="14514" x="8561388" y="414338"/>
          <p14:tracePt t="15833" x="8553450" y="414338"/>
          <p14:tracePt t="15840" x="8545513" y="414338"/>
          <p14:tracePt t="15881" x="8537575" y="414338"/>
          <p14:tracePt t="19402" x="8482013" y="430213"/>
          <p14:tracePt t="19410" x="8370888" y="430213"/>
          <p14:tracePt t="19418" x="8162925" y="390525"/>
          <p14:tracePt t="19426" x="7869238" y="319088"/>
          <p14:tracePt t="19434" x="7566025" y="231775"/>
          <p14:tracePt t="19444" x="7183438" y="158750"/>
          <p14:tracePt t="19450" x="6840538" y="79375"/>
          <p14:tracePt t="19458" x="6569075" y="2381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6FA76-D9D0-4D2B-A81E-32FC0C1F20C4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Credits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6CA24-C52E-471E-838E-74CB16583175}"/>
              </a:ext>
            </a:extLst>
          </p:cNvPr>
          <p:cNvSpPr txBox="1"/>
          <p:nvPr/>
        </p:nvSpPr>
        <p:spPr>
          <a:xfrm>
            <a:off x="1212850" y="1674674"/>
            <a:ext cx="6718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application is not affiliated with The Pandemonium Institute.</a:t>
            </a:r>
          </a:p>
          <a:p>
            <a:r>
              <a:rPr lang="en-GB" dirty="0">
                <a:solidFill>
                  <a:schemeClr val="bg1"/>
                </a:solidFill>
              </a:rPr>
              <a:t>All roles and characters are the property of Steven Medway and The Pandemonium Institute.</a:t>
            </a:r>
          </a:p>
          <a:p>
            <a:r>
              <a:rPr lang="en-GB" dirty="0">
                <a:solidFill>
                  <a:schemeClr val="bg1"/>
                </a:solidFill>
              </a:rPr>
              <a:t>Blood on the Clocktower is a trademark of Steven Medway and The Pandemonium Institute.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Character Icons are from </a:t>
            </a:r>
            <a:r>
              <a:rPr lang="en-GB" sz="1800" kern="0" dirty="0" err="1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Tomozbot's</a:t>
            </a:r>
            <a:r>
              <a:rPr lang="en-GB" sz="1800" kern="0" dirty="0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botc-icons on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GitHub</a:t>
            </a:r>
            <a:r>
              <a:rPr lang="en-GB" kern="0" dirty="0">
                <a:solidFill>
                  <a:schemeClr val="bg1"/>
                </a:solidFill>
                <a:latin typeface="Aptos"/>
                <a:cs typeface="Times New Roman" panose="02020603050405020304" pitchFamily="18" charset="0"/>
              </a:rPr>
              <a:t>.</a:t>
            </a:r>
          </a:p>
          <a:p>
            <a:endParaRPr lang="en-GB" kern="0" dirty="0">
              <a:solidFill>
                <a:schemeClr val="bg1"/>
              </a:solidFill>
              <a:latin typeface="Aptos"/>
              <a:cs typeface="Times New Roman" panose="02020603050405020304" pitchFamily="18" charset="0"/>
            </a:endParaRPr>
          </a:p>
          <a:p>
            <a:r>
              <a:rPr lang="en-GB" sz="1800" kern="0" dirty="0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Papyrus and Old English Text MT fonts as provided by </a:t>
            </a:r>
            <a:r>
              <a:rPr lang="en-GB" sz="1800" u="sng" kern="0" dirty="0">
                <a:solidFill>
                  <a:srgbClr val="467886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online-fonts.com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GB" sz="1800" dirty="0">
              <a:solidFill>
                <a:schemeClr val="bg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3" descr="Hom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4E880AB7-4F70-4251-91DA-9B276773C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23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887A2-18B4-4246-9A8E-E5F3FC4069A3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Setup Grimoire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82A86D-415C-4C7E-8EC4-EF764C9F4503}"/>
              </a:ext>
            </a:extLst>
          </p:cNvPr>
          <p:cNvSpPr/>
          <p:nvPr/>
        </p:nvSpPr>
        <p:spPr>
          <a:xfrm>
            <a:off x="1728133" y="1752753"/>
            <a:ext cx="2088858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Player Count: 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D1C5F6-28AB-412B-819C-2D5A2E2F4D5F}"/>
              </a:ext>
            </a:extLst>
          </p:cNvPr>
          <p:cNvSpPr/>
          <p:nvPr/>
        </p:nvSpPr>
        <p:spPr>
          <a:xfrm>
            <a:off x="4169328" y="1752754"/>
            <a:ext cx="2895601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Script: Trouble Brewing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B3A1E-1E83-4E5E-8C9C-A0ED692C10B0}"/>
              </a:ext>
            </a:extLst>
          </p:cNvPr>
          <p:cNvSpPr txBox="1"/>
          <p:nvPr/>
        </p:nvSpPr>
        <p:spPr>
          <a:xfrm>
            <a:off x="7247446" y="1056777"/>
            <a:ext cx="207208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Trouble Brewing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Bad Moon rising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Sects and Violets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Custom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CDCD8A-CF45-4AB8-B3B7-46F7DBAA41A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774180" y="1526137"/>
            <a:ext cx="473266" cy="157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3A675B-937D-4438-8AB5-49868C7AEDE1}"/>
              </a:ext>
            </a:extLst>
          </p:cNvPr>
          <p:cNvSpPr/>
          <p:nvPr/>
        </p:nvSpPr>
        <p:spPr>
          <a:xfrm>
            <a:off x="1728133" y="2665913"/>
            <a:ext cx="2895601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Grimoire Layout: Oval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5D3477-3CAB-4841-B68C-69085143DDBB}"/>
              </a:ext>
            </a:extLst>
          </p:cNvPr>
          <p:cNvCxnSpPr>
            <a:cxnSpLocks/>
          </p:cNvCxnSpPr>
          <p:nvPr/>
        </p:nvCxnSpPr>
        <p:spPr>
          <a:xfrm>
            <a:off x="3816991" y="2200790"/>
            <a:ext cx="352337" cy="1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60FA15-BBD1-4569-B21D-662E1F321516}"/>
              </a:ext>
            </a:extLst>
          </p:cNvPr>
          <p:cNvCxnSpPr>
            <a:cxnSpLocks/>
          </p:cNvCxnSpPr>
          <p:nvPr/>
        </p:nvCxnSpPr>
        <p:spPr>
          <a:xfrm flipV="1">
            <a:off x="3624263" y="2331595"/>
            <a:ext cx="0" cy="334317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4312B4-04D6-4D82-9274-2FF5B5C4764B}"/>
              </a:ext>
            </a:extLst>
          </p:cNvPr>
          <p:cNvSpPr txBox="1"/>
          <p:nvPr/>
        </p:nvSpPr>
        <p:spPr>
          <a:xfrm>
            <a:off x="3676058" y="2295789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ADA32E-D2E0-4E52-9500-88E723D1D43B}"/>
              </a:ext>
            </a:extLst>
          </p:cNvPr>
          <p:cNvSpPr txBox="1"/>
          <p:nvPr/>
        </p:nvSpPr>
        <p:spPr>
          <a:xfrm>
            <a:off x="7521982" y="2644590"/>
            <a:ext cx="1297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Restricted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Free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C6171F-E992-4952-8F38-F2922A67A52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010400" y="2944672"/>
            <a:ext cx="511582" cy="11094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3CEA32-9DEF-42AE-AB3D-1AF766B58E91}"/>
              </a:ext>
            </a:extLst>
          </p:cNvPr>
          <p:cNvSpPr txBox="1"/>
          <p:nvPr/>
        </p:nvSpPr>
        <p:spPr>
          <a:xfrm>
            <a:off x="787150" y="714499"/>
            <a:ext cx="12811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5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6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…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14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2BD984-B3CA-455F-9E69-D7BCCD5ADED0}"/>
              </a:ext>
            </a:extLst>
          </p:cNvPr>
          <p:cNvCxnSpPr>
            <a:cxnSpLocks/>
          </p:cNvCxnSpPr>
          <p:nvPr/>
        </p:nvCxnSpPr>
        <p:spPr>
          <a:xfrm>
            <a:off x="1297043" y="1268497"/>
            <a:ext cx="431090" cy="48425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DEDFA5-23D7-4AAC-A1FC-3D4B4645B831}"/>
              </a:ext>
            </a:extLst>
          </p:cNvPr>
          <p:cNvSpPr/>
          <p:nvPr/>
        </p:nvSpPr>
        <p:spPr>
          <a:xfrm>
            <a:off x="4851210" y="2665913"/>
            <a:ext cx="2088858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Mode: Restricted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B2E17D-C0F4-457F-B687-30B99C299A90}"/>
              </a:ext>
            </a:extLst>
          </p:cNvPr>
          <p:cNvSpPr txBox="1"/>
          <p:nvPr/>
        </p:nvSpPr>
        <p:spPr>
          <a:xfrm>
            <a:off x="709702" y="3353268"/>
            <a:ext cx="12976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Oval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Circle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Square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36F231-9909-415A-982B-4B06FB3F4614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091303" y="2955334"/>
            <a:ext cx="636830" cy="38658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hlinkClick r:id="rId2" action="ppaction://hlinksldjump"/>
            <a:extLst>
              <a:ext uri="{FF2B5EF4-FFF2-40B4-BE49-F238E27FC236}">
                <a16:creationId xmlns:a16="http://schemas.microsoft.com/office/drawing/2014/main" id="{87AF01F0-002A-4714-A4E1-E351D4BD2478}"/>
              </a:ext>
            </a:extLst>
          </p:cNvPr>
          <p:cNvSpPr/>
          <p:nvPr/>
        </p:nvSpPr>
        <p:spPr>
          <a:xfrm>
            <a:off x="3133779" y="4425444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Character Selection</a:t>
            </a:r>
          </a:p>
        </p:txBody>
      </p:sp>
      <p:pic>
        <p:nvPicPr>
          <p:cNvPr id="45" name="Graphic 44" descr="Hom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91A5437B-4760-4D26-ABD6-4E1E32BA6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96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Character Selection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56B0FA0-F467-469F-8244-D69554F9F535}"/>
              </a:ext>
            </a:extLst>
          </p:cNvPr>
          <p:cNvGrpSpPr/>
          <p:nvPr/>
        </p:nvGrpSpPr>
        <p:grpSpPr>
          <a:xfrm>
            <a:off x="7193997" y="1788438"/>
            <a:ext cx="900000" cy="900000"/>
            <a:chOff x="5248094" y="546434"/>
            <a:chExt cx="1440000" cy="144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39328B-A39C-4261-863F-E5428D9DED38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438A37-BAD7-4998-AE33-0A54C78336C3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61804-0ADC-4040-8E76-A770A2705870}"/>
              </a:ext>
            </a:extLst>
          </p:cNvPr>
          <p:cNvGrpSpPr/>
          <p:nvPr/>
        </p:nvGrpSpPr>
        <p:grpSpPr>
          <a:xfrm>
            <a:off x="891477" y="1788438"/>
            <a:ext cx="900000" cy="900000"/>
            <a:chOff x="3261301" y="664004"/>
            <a:chExt cx="1440000" cy="144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8BC0A3-57BB-46A0-90EF-A637FDADDB21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BA38F8-7C53-45A3-BE5B-8B37F828E449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F62A1-999F-4D5E-93B2-DAA809B32552}"/>
              </a:ext>
            </a:extLst>
          </p:cNvPr>
          <p:cNvGrpSpPr/>
          <p:nvPr/>
        </p:nvGrpSpPr>
        <p:grpSpPr>
          <a:xfrm>
            <a:off x="889433" y="4521108"/>
            <a:ext cx="900000" cy="900000"/>
            <a:chOff x="1731121" y="1976412"/>
            <a:chExt cx="1440000" cy="144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CC2D71-0D1A-4A6A-85CB-66F05A3C906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7792D-4361-441F-B63C-D7F027216B72}"/>
                </a:ext>
              </a:extLst>
            </p:cNvPr>
            <p:cNvSpPr txBox="1"/>
            <p:nvPr/>
          </p:nvSpPr>
          <p:spPr>
            <a:xfrm>
              <a:off x="1821300" y="2066412"/>
              <a:ext cx="1259642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77B8E9-6ECE-44F1-9334-13C5B11D6733}"/>
              </a:ext>
            </a:extLst>
          </p:cNvPr>
          <p:cNvGrpSpPr/>
          <p:nvPr/>
        </p:nvGrpSpPr>
        <p:grpSpPr>
          <a:xfrm>
            <a:off x="889433" y="5431998"/>
            <a:ext cx="900000" cy="900000"/>
            <a:chOff x="6656606" y="2014004"/>
            <a:chExt cx="1440000" cy="1440000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B8C38C8-C965-45FD-A8C0-C77A6E80450C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9DF73-CCD2-4ED0-96B2-DED6676F7AB7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10CAF4-DC76-4FE8-A1BF-E7793CC1935F}"/>
              </a:ext>
            </a:extLst>
          </p:cNvPr>
          <p:cNvGrpSpPr/>
          <p:nvPr/>
        </p:nvGrpSpPr>
        <p:grpSpPr>
          <a:xfrm>
            <a:off x="5393277" y="1788438"/>
            <a:ext cx="900000" cy="90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BA5459-EE43-4B21-B154-38EEBBAAF21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2F83A7-EC52-4974-B3EC-A03A0D79E39D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28D970-D267-42BE-B58F-3A723F12D6E5}"/>
              </a:ext>
            </a:extLst>
          </p:cNvPr>
          <p:cNvGrpSpPr/>
          <p:nvPr/>
        </p:nvGrpSpPr>
        <p:grpSpPr>
          <a:xfrm>
            <a:off x="1791837" y="1788438"/>
            <a:ext cx="900000" cy="900000"/>
            <a:chOff x="4151932" y="4348169"/>
            <a:chExt cx="1440000" cy="144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769763-4886-4032-B80B-C3666D0633F9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D15870-430D-4DE3-B03F-8916768B1199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255A4-EB88-460E-AF37-9EB70E414A83}"/>
              </a:ext>
            </a:extLst>
          </p:cNvPr>
          <p:cNvGrpSpPr/>
          <p:nvPr/>
        </p:nvGrpSpPr>
        <p:grpSpPr>
          <a:xfrm>
            <a:off x="983756" y="2791607"/>
            <a:ext cx="720000" cy="72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9CC7A3-67B1-4C65-8C9A-040E5C289402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C8C3FF-1B3D-43F9-98D7-6867F4BA4BE5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Virgin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D1C55-5483-4EF6-87F3-96A73CC0F6C1}"/>
              </a:ext>
            </a:extLst>
          </p:cNvPr>
          <p:cNvGrpSpPr/>
          <p:nvPr/>
        </p:nvGrpSpPr>
        <p:grpSpPr>
          <a:xfrm>
            <a:off x="3684836" y="3702526"/>
            <a:ext cx="720000" cy="720000"/>
            <a:chOff x="3413701" y="2292868"/>
            <a:chExt cx="1440000" cy="1440000"/>
          </a:xfrm>
        </p:grpSpPr>
        <p:sp>
          <p:nvSpPr>
            <p:cNvPr id="28" name="Oval 27">
              <a:hlinkClick r:id="rId12" action="ppaction://hlinksldjump"/>
              <a:extLst>
                <a:ext uri="{FF2B5EF4-FFF2-40B4-BE49-F238E27FC236}">
                  <a16:creationId xmlns:a16="http://schemas.microsoft.com/office/drawing/2014/main" id="{BEA37E9D-B654-4EC0-83AE-48C4A3CBCAC5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9190C-CA2E-47C2-A9A9-FC3267844815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F56493-08E5-466E-8359-CAD0E22A4152}"/>
              </a:ext>
            </a:extLst>
          </p:cNvPr>
          <p:cNvGrpSpPr/>
          <p:nvPr/>
        </p:nvGrpSpPr>
        <p:grpSpPr>
          <a:xfrm>
            <a:off x="2784476" y="1882134"/>
            <a:ext cx="720000" cy="720000"/>
            <a:chOff x="5248094" y="54643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7A15CE-3419-4B03-A54A-86B7EEAB838E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14AC88-1BEC-4D60-9D4E-FF28B452C661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782FEA-DC4C-40C1-AE6A-A72C7FAF826C}"/>
              </a:ext>
            </a:extLst>
          </p:cNvPr>
          <p:cNvGrpSpPr/>
          <p:nvPr/>
        </p:nvGrpSpPr>
        <p:grpSpPr>
          <a:xfrm>
            <a:off x="3684836" y="1880717"/>
            <a:ext cx="720000" cy="720000"/>
            <a:chOff x="5248094" y="546434"/>
            <a:chExt cx="1440000" cy="144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31329FD-AB1A-4229-AA46-0672EAC5BD8C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49EA37-8C1F-4DC5-846E-F7B873F866C5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Chef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6907CD-E706-44B6-BB2A-61E4DCEBBB40}"/>
              </a:ext>
            </a:extLst>
          </p:cNvPr>
          <p:cNvGrpSpPr/>
          <p:nvPr/>
        </p:nvGrpSpPr>
        <p:grpSpPr>
          <a:xfrm>
            <a:off x="4585196" y="1880717"/>
            <a:ext cx="720000" cy="720000"/>
            <a:chOff x="5248094" y="546434"/>
            <a:chExt cx="1440000" cy="144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AC54BEF-FB64-4D92-A24D-5C2961DEC4B2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EBB0DB-849B-49EC-90E6-8093C40FFD2F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Empath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BD7159-0063-4694-B3A8-0A90692D2B56}"/>
              </a:ext>
            </a:extLst>
          </p:cNvPr>
          <p:cNvGrpSpPr/>
          <p:nvPr/>
        </p:nvGrpSpPr>
        <p:grpSpPr>
          <a:xfrm>
            <a:off x="6385916" y="1880717"/>
            <a:ext cx="720000" cy="720000"/>
            <a:chOff x="5248094" y="546434"/>
            <a:chExt cx="1440000" cy="144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68CB54B-AD90-4A99-9BD3-F1E5A9AE28FD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99E0F7-FFB0-4E05-BF5B-ACF8597E17FD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Undertaker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1DF588-9784-431D-913E-A34469CAE3CB}"/>
              </a:ext>
            </a:extLst>
          </p:cNvPr>
          <p:cNvGrpSpPr/>
          <p:nvPr/>
        </p:nvGrpSpPr>
        <p:grpSpPr>
          <a:xfrm>
            <a:off x="8183430" y="1880717"/>
            <a:ext cx="720000" cy="720000"/>
            <a:chOff x="5248094" y="546434"/>
            <a:chExt cx="1440000" cy="144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2FCD18-A04E-4DE1-AE67-0426ED4B6B47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570F36-E83E-42C9-B094-726D04E86B59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Ravenkeeper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35FCA9-D1EE-4445-84DF-5524BA617463}"/>
              </a:ext>
            </a:extLst>
          </p:cNvPr>
          <p:cNvGrpSpPr/>
          <p:nvPr/>
        </p:nvGrpSpPr>
        <p:grpSpPr>
          <a:xfrm>
            <a:off x="1791837" y="2699328"/>
            <a:ext cx="900000" cy="900000"/>
            <a:chOff x="1918852" y="3953887"/>
            <a:chExt cx="1440000" cy="1440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CD630F-00C4-44A9-994B-35F6D172F3B6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45185E-593C-41EE-9C26-770E72D7FC9A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2C8538-C537-4515-953F-D70A289410A9}"/>
              </a:ext>
            </a:extLst>
          </p:cNvPr>
          <p:cNvGrpSpPr/>
          <p:nvPr/>
        </p:nvGrpSpPr>
        <p:grpSpPr>
          <a:xfrm>
            <a:off x="2784476" y="2791607"/>
            <a:ext cx="720000" cy="720000"/>
            <a:chOff x="1918852" y="3953887"/>
            <a:chExt cx="1440000" cy="144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798551-86E9-472A-B0CF-AC352602742B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0CE77C-8BF6-4D2D-8C3D-CFB3E1B80BC3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Soldier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67D58F-30E1-45B0-87DC-72524731F1A3}"/>
              </a:ext>
            </a:extLst>
          </p:cNvPr>
          <p:cNvGrpSpPr/>
          <p:nvPr/>
        </p:nvGrpSpPr>
        <p:grpSpPr>
          <a:xfrm>
            <a:off x="3684836" y="2791607"/>
            <a:ext cx="720000" cy="720000"/>
            <a:chOff x="1918852" y="3953887"/>
            <a:chExt cx="1440000" cy="1440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8238BE1-26B8-4C4E-82F6-76ADF8AEC31F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9AC7F5-2422-45E3-B420-11A3701B72E7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Mayor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A209AD-94D6-4720-8EED-8D305DAB531A}"/>
              </a:ext>
            </a:extLst>
          </p:cNvPr>
          <p:cNvGrpSpPr/>
          <p:nvPr/>
        </p:nvGrpSpPr>
        <p:grpSpPr>
          <a:xfrm>
            <a:off x="981712" y="3702497"/>
            <a:ext cx="720000" cy="720000"/>
            <a:chOff x="3413701" y="2292868"/>
            <a:chExt cx="1440000" cy="144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7971E1-5245-4A49-ADDE-0BB5ED142C20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E06F8D-E619-4F12-86EE-EBAB5CE05501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Butler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C17EC03-5598-4B97-9EE5-A636F9A405FE}"/>
              </a:ext>
            </a:extLst>
          </p:cNvPr>
          <p:cNvGrpSpPr/>
          <p:nvPr/>
        </p:nvGrpSpPr>
        <p:grpSpPr>
          <a:xfrm>
            <a:off x="1884116" y="3702497"/>
            <a:ext cx="720000" cy="720000"/>
            <a:chOff x="3413701" y="2292868"/>
            <a:chExt cx="1440000" cy="144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889CD-F4CD-4B5E-A548-1892FBC28C92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1B18-F89B-45BC-BAC9-8F6BBC14E893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Drunk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D2F865-2E3A-427A-8955-8C5FEBA15118}"/>
              </a:ext>
            </a:extLst>
          </p:cNvPr>
          <p:cNvGrpSpPr/>
          <p:nvPr/>
        </p:nvGrpSpPr>
        <p:grpSpPr>
          <a:xfrm>
            <a:off x="2784476" y="3701080"/>
            <a:ext cx="720000" cy="720000"/>
            <a:chOff x="3413701" y="2292868"/>
            <a:chExt cx="1440000" cy="1440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121DDF2-1325-4AD6-A0AA-C91959C4A1AE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67C7774-7443-4D59-B5FC-F4F7FD7586D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Recluse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5DB696B-1403-4C0C-9836-E82657852639}"/>
              </a:ext>
            </a:extLst>
          </p:cNvPr>
          <p:cNvGrpSpPr/>
          <p:nvPr/>
        </p:nvGrpSpPr>
        <p:grpSpPr>
          <a:xfrm>
            <a:off x="1884116" y="4613387"/>
            <a:ext cx="720000" cy="720000"/>
            <a:chOff x="1731121" y="1976412"/>
            <a:chExt cx="1440000" cy="1440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9C756A4-1E20-4F6E-96B4-6CAB209F2E28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90C88-C3DE-4F2D-8AA4-5F0C7AFD46C9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01DA8-0D2F-4875-AC45-E042C9BA28B3}"/>
              </a:ext>
            </a:extLst>
          </p:cNvPr>
          <p:cNvGrpSpPr/>
          <p:nvPr/>
        </p:nvGrpSpPr>
        <p:grpSpPr>
          <a:xfrm>
            <a:off x="2786520" y="4613387"/>
            <a:ext cx="720000" cy="720000"/>
            <a:chOff x="1731121" y="1976412"/>
            <a:chExt cx="1440000" cy="1440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535C2F-9862-4AA7-9E09-ABDA702EF5D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79F2CE3-9248-44BE-9D7D-C9AE7DC7F3A6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1D72B8-4911-47B3-90E3-DB2214460AF3}"/>
              </a:ext>
            </a:extLst>
          </p:cNvPr>
          <p:cNvGrpSpPr/>
          <p:nvPr/>
        </p:nvGrpSpPr>
        <p:grpSpPr>
          <a:xfrm>
            <a:off x="3688924" y="4613387"/>
            <a:ext cx="720000" cy="720000"/>
            <a:chOff x="1731121" y="1976412"/>
            <a:chExt cx="1440000" cy="1440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938572C-9FA8-488A-8CB6-76618F32685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F856F4-E4F3-445F-BC00-7205A2872C23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3548AA7B-6A83-4807-80E9-891F694E9EDC}"/>
              </a:ext>
            </a:extLst>
          </p:cNvPr>
          <p:cNvSpPr/>
          <p:nvPr/>
        </p:nvSpPr>
        <p:spPr>
          <a:xfrm>
            <a:off x="81352" y="23966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5 / 5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3102C1F-575A-4F50-ADB7-3A36216C36E7}"/>
              </a:ext>
            </a:extLst>
          </p:cNvPr>
          <p:cNvSpPr/>
          <p:nvPr/>
        </p:nvSpPr>
        <p:spPr>
          <a:xfrm>
            <a:off x="79308" y="3711004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0 / 1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1378D3-53F5-4411-9720-2573F99A0A8E}"/>
              </a:ext>
            </a:extLst>
          </p:cNvPr>
          <p:cNvSpPr/>
          <p:nvPr/>
        </p:nvSpPr>
        <p:spPr>
          <a:xfrm>
            <a:off x="79308" y="461338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E4DC284-77C7-4604-8372-D4C78BE838E5}"/>
              </a:ext>
            </a:extLst>
          </p:cNvPr>
          <p:cNvSpPr/>
          <p:nvPr/>
        </p:nvSpPr>
        <p:spPr>
          <a:xfrm>
            <a:off x="79308" y="556927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FCB31D-97A6-4606-B6AE-5CD169EB6915}"/>
              </a:ext>
            </a:extLst>
          </p:cNvPr>
          <p:cNvCxnSpPr>
            <a:cxnSpLocks/>
          </p:cNvCxnSpPr>
          <p:nvPr/>
        </p:nvCxnSpPr>
        <p:spPr>
          <a:xfrm flipH="1">
            <a:off x="4040332" y="2570769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0E05302-0FFB-4DD4-93F0-5D46682FBFB9}"/>
              </a:ext>
            </a:extLst>
          </p:cNvPr>
          <p:cNvCxnSpPr>
            <a:cxnSpLocks/>
          </p:cNvCxnSpPr>
          <p:nvPr/>
        </p:nvCxnSpPr>
        <p:spPr>
          <a:xfrm rot="5400000" flipH="1">
            <a:off x="4490952" y="2126668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CBA2AEB-DDFB-4735-A6DE-568992D288FC}"/>
              </a:ext>
            </a:extLst>
          </p:cNvPr>
          <p:cNvSpPr txBox="1"/>
          <p:nvPr/>
        </p:nvSpPr>
        <p:spPr>
          <a:xfrm>
            <a:off x="4033342" y="2507434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2C08AB3-1E3C-4345-AFDF-EC12B76D15C4}"/>
              </a:ext>
            </a:extLst>
          </p:cNvPr>
          <p:cNvSpPr/>
          <p:nvPr/>
        </p:nvSpPr>
        <p:spPr>
          <a:xfrm>
            <a:off x="5988057" y="5943875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Create Grimoire</a:t>
            </a:r>
          </a:p>
        </p:txBody>
      </p:sp>
    </p:spTree>
    <p:extLst>
      <p:ext uri="{BB962C8B-B14F-4D97-AF65-F5344CB8AC3E}">
        <p14:creationId xmlns:p14="http://schemas.microsoft.com/office/powerpoint/2010/main" val="3634776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Character Selection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56B0FA0-F467-469F-8244-D69554F9F535}"/>
              </a:ext>
            </a:extLst>
          </p:cNvPr>
          <p:cNvGrpSpPr/>
          <p:nvPr/>
        </p:nvGrpSpPr>
        <p:grpSpPr>
          <a:xfrm>
            <a:off x="7193997" y="1788438"/>
            <a:ext cx="900000" cy="900000"/>
            <a:chOff x="5248094" y="546434"/>
            <a:chExt cx="1440000" cy="144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39328B-A39C-4261-863F-E5428D9DED38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438A37-BAD7-4998-AE33-0A54C78336C3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61804-0ADC-4040-8E76-A770A2705870}"/>
              </a:ext>
            </a:extLst>
          </p:cNvPr>
          <p:cNvGrpSpPr/>
          <p:nvPr/>
        </p:nvGrpSpPr>
        <p:grpSpPr>
          <a:xfrm>
            <a:off x="891477" y="1788438"/>
            <a:ext cx="900000" cy="900000"/>
            <a:chOff x="3261301" y="664004"/>
            <a:chExt cx="1440000" cy="144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8BC0A3-57BB-46A0-90EF-A637FDADDB21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BA38F8-7C53-45A3-BE5B-8B37F828E449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F62A1-999F-4D5E-93B2-DAA809B32552}"/>
              </a:ext>
            </a:extLst>
          </p:cNvPr>
          <p:cNvGrpSpPr/>
          <p:nvPr/>
        </p:nvGrpSpPr>
        <p:grpSpPr>
          <a:xfrm>
            <a:off x="889433" y="4521108"/>
            <a:ext cx="900000" cy="900000"/>
            <a:chOff x="1731121" y="1976412"/>
            <a:chExt cx="1440000" cy="144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CC2D71-0D1A-4A6A-85CB-66F05A3C906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7792D-4361-441F-B63C-D7F027216B72}"/>
                </a:ext>
              </a:extLst>
            </p:cNvPr>
            <p:cNvSpPr txBox="1"/>
            <p:nvPr/>
          </p:nvSpPr>
          <p:spPr>
            <a:xfrm>
              <a:off x="1821300" y="2066412"/>
              <a:ext cx="1259642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77B8E9-6ECE-44F1-9334-13C5B11D6733}"/>
              </a:ext>
            </a:extLst>
          </p:cNvPr>
          <p:cNvGrpSpPr/>
          <p:nvPr/>
        </p:nvGrpSpPr>
        <p:grpSpPr>
          <a:xfrm>
            <a:off x="889433" y="5431998"/>
            <a:ext cx="900000" cy="900000"/>
            <a:chOff x="6656606" y="2014004"/>
            <a:chExt cx="1440000" cy="1440000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B8C38C8-C965-45FD-A8C0-C77A6E80450C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9DF73-CCD2-4ED0-96B2-DED6676F7AB7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10CAF4-DC76-4FE8-A1BF-E7793CC1935F}"/>
              </a:ext>
            </a:extLst>
          </p:cNvPr>
          <p:cNvGrpSpPr/>
          <p:nvPr/>
        </p:nvGrpSpPr>
        <p:grpSpPr>
          <a:xfrm>
            <a:off x="5393277" y="1788438"/>
            <a:ext cx="900000" cy="90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BA5459-EE43-4B21-B154-38EEBBAAF21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2F83A7-EC52-4974-B3EC-A03A0D79E39D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28D970-D267-42BE-B58F-3A723F12D6E5}"/>
              </a:ext>
            </a:extLst>
          </p:cNvPr>
          <p:cNvGrpSpPr/>
          <p:nvPr/>
        </p:nvGrpSpPr>
        <p:grpSpPr>
          <a:xfrm>
            <a:off x="1791837" y="1788438"/>
            <a:ext cx="900000" cy="900000"/>
            <a:chOff x="4151932" y="4348169"/>
            <a:chExt cx="1440000" cy="144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769763-4886-4032-B80B-C3666D0633F9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D15870-430D-4DE3-B03F-8916768B1199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255A4-EB88-460E-AF37-9EB70E414A83}"/>
              </a:ext>
            </a:extLst>
          </p:cNvPr>
          <p:cNvGrpSpPr/>
          <p:nvPr/>
        </p:nvGrpSpPr>
        <p:grpSpPr>
          <a:xfrm>
            <a:off x="983756" y="2791607"/>
            <a:ext cx="720000" cy="72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9CC7A3-67B1-4C65-8C9A-040E5C289402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C8C3FF-1B3D-43F9-98D7-6867F4BA4BE5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Virgin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D1C55-5483-4EF6-87F3-96A73CC0F6C1}"/>
              </a:ext>
            </a:extLst>
          </p:cNvPr>
          <p:cNvGrpSpPr/>
          <p:nvPr/>
        </p:nvGrpSpPr>
        <p:grpSpPr>
          <a:xfrm>
            <a:off x="3614986" y="3626326"/>
            <a:ext cx="900000" cy="900000"/>
            <a:chOff x="3413701" y="2292868"/>
            <a:chExt cx="1440000" cy="144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A37E9D-B654-4EC0-83AE-48C4A3CBCAC5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9190C-CA2E-47C2-A9A9-FC3267844815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F56493-08E5-466E-8359-CAD0E22A4152}"/>
              </a:ext>
            </a:extLst>
          </p:cNvPr>
          <p:cNvGrpSpPr/>
          <p:nvPr/>
        </p:nvGrpSpPr>
        <p:grpSpPr>
          <a:xfrm>
            <a:off x="2784476" y="1882134"/>
            <a:ext cx="720000" cy="720000"/>
            <a:chOff x="5248094" y="54643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7A15CE-3419-4B03-A54A-86B7EEAB838E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14AC88-1BEC-4D60-9D4E-FF28B452C661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782FEA-DC4C-40C1-AE6A-A72C7FAF826C}"/>
              </a:ext>
            </a:extLst>
          </p:cNvPr>
          <p:cNvGrpSpPr/>
          <p:nvPr/>
        </p:nvGrpSpPr>
        <p:grpSpPr>
          <a:xfrm>
            <a:off x="3684836" y="1880717"/>
            <a:ext cx="720000" cy="720000"/>
            <a:chOff x="5248094" y="546434"/>
            <a:chExt cx="1440000" cy="144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31329FD-AB1A-4229-AA46-0672EAC5BD8C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49EA37-8C1F-4DC5-846E-F7B873F866C5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Chef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6907CD-E706-44B6-BB2A-61E4DCEBBB40}"/>
              </a:ext>
            </a:extLst>
          </p:cNvPr>
          <p:cNvGrpSpPr/>
          <p:nvPr/>
        </p:nvGrpSpPr>
        <p:grpSpPr>
          <a:xfrm>
            <a:off x="4585196" y="1880717"/>
            <a:ext cx="720000" cy="720000"/>
            <a:chOff x="5248094" y="546434"/>
            <a:chExt cx="1440000" cy="144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AC54BEF-FB64-4D92-A24D-5C2961DEC4B2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EBB0DB-849B-49EC-90E6-8093C40FFD2F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Empath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BD7159-0063-4694-B3A8-0A90692D2B56}"/>
              </a:ext>
            </a:extLst>
          </p:cNvPr>
          <p:cNvGrpSpPr/>
          <p:nvPr/>
        </p:nvGrpSpPr>
        <p:grpSpPr>
          <a:xfrm>
            <a:off x="6385916" y="1880717"/>
            <a:ext cx="720000" cy="720000"/>
            <a:chOff x="5248094" y="546434"/>
            <a:chExt cx="1440000" cy="144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68CB54B-AD90-4A99-9BD3-F1E5A9AE28FD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99E0F7-FFB0-4E05-BF5B-ACF8597E17FD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Undertaker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1DF588-9784-431D-913E-A34469CAE3CB}"/>
              </a:ext>
            </a:extLst>
          </p:cNvPr>
          <p:cNvGrpSpPr/>
          <p:nvPr/>
        </p:nvGrpSpPr>
        <p:grpSpPr>
          <a:xfrm>
            <a:off x="8183430" y="1880717"/>
            <a:ext cx="720000" cy="720000"/>
            <a:chOff x="5248094" y="546434"/>
            <a:chExt cx="1440000" cy="144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2FCD18-A04E-4DE1-AE67-0426ED4B6B47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570F36-E83E-42C9-B094-726D04E86B59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Ravenkeeper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35FCA9-D1EE-4445-84DF-5524BA617463}"/>
              </a:ext>
            </a:extLst>
          </p:cNvPr>
          <p:cNvGrpSpPr/>
          <p:nvPr/>
        </p:nvGrpSpPr>
        <p:grpSpPr>
          <a:xfrm>
            <a:off x="1791837" y="2699328"/>
            <a:ext cx="900000" cy="900000"/>
            <a:chOff x="1918852" y="3953887"/>
            <a:chExt cx="1440000" cy="1440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CD630F-00C4-44A9-994B-35F6D172F3B6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45185E-593C-41EE-9C26-770E72D7FC9A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2C8538-C537-4515-953F-D70A289410A9}"/>
              </a:ext>
            </a:extLst>
          </p:cNvPr>
          <p:cNvGrpSpPr/>
          <p:nvPr/>
        </p:nvGrpSpPr>
        <p:grpSpPr>
          <a:xfrm>
            <a:off x="2784476" y="2791607"/>
            <a:ext cx="720000" cy="720000"/>
            <a:chOff x="1918852" y="3953887"/>
            <a:chExt cx="1440000" cy="144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798551-86E9-472A-B0CF-AC352602742B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0CE77C-8BF6-4D2D-8C3D-CFB3E1B80BC3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Soldier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67D58F-30E1-45B0-87DC-72524731F1A3}"/>
              </a:ext>
            </a:extLst>
          </p:cNvPr>
          <p:cNvGrpSpPr/>
          <p:nvPr/>
        </p:nvGrpSpPr>
        <p:grpSpPr>
          <a:xfrm>
            <a:off x="3684836" y="2791607"/>
            <a:ext cx="720000" cy="720000"/>
            <a:chOff x="1918852" y="3953887"/>
            <a:chExt cx="1440000" cy="1440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8238BE1-26B8-4C4E-82F6-76ADF8AEC31F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9AC7F5-2422-45E3-B420-11A3701B72E7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Mayor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A209AD-94D6-4720-8EED-8D305DAB531A}"/>
              </a:ext>
            </a:extLst>
          </p:cNvPr>
          <p:cNvGrpSpPr/>
          <p:nvPr/>
        </p:nvGrpSpPr>
        <p:grpSpPr>
          <a:xfrm>
            <a:off x="981712" y="3702497"/>
            <a:ext cx="720000" cy="720000"/>
            <a:chOff x="3413701" y="2292868"/>
            <a:chExt cx="1440000" cy="144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7971E1-5245-4A49-ADDE-0BB5ED142C20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E06F8D-E619-4F12-86EE-EBAB5CE05501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Butler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C17EC03-5598-4B97-9EE5-A636F9A405FE}"/>
              </a:ext>
            </a:extLst>
          </p:cNvPr>
          <p:cNvGrpSpPr/>
          <p:nvPr/>
        </p:nvGrpSpPr>
        <p:grpSpPr>
          <a:xfrm>
            <a:off x="1884116" y="3702497"/>
            <a:ext cx="720000" cy="720000"/>
            <a:chOff x="3413701" y="2292868"/>
            <a:chExt cx="1440000" cy="144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889CD-F4CD-4B5E-A548-1892FBC28C92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1B18-F89B-45BC-BAC9-8F6BBC14E893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Drunk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D2F865-2E3A-427A-8955-8C5FEBA15118}"/>
              </a:ext>
            </a:extLst>
          </p:cNvPr>
          <p:cNvGrpSpPr/>
          <p:nvPr/>
        </p:nvGrpSpPr>
        <p:grpSpPr>
          <a:xfrm>
            <a:off x="2784476" y="3701080"/>
            <a:ext cx="720000" cy="720000"/>
            <a:chOff x="3413701" y="2292868"/>
            <a:chExt cx="1440000" cy="1440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121DDF2-1325-4AD6-A0AA-C91959C4A1AE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67C7774-7443-4D59-B5FC-F4F7FD7586D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Recluse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5DB696B-1403-4C0C-9836-E82657852639}"/>
              </a:ext>
            </a:extLst>
          </p:cNvPr>
          <p:cNvGrpSpPr/>
          <p:nvPr/>
        </p:nvGrpSpPr>
        <p:grpSpPr>
          <a:xfrm>
            <a:off x="1884116" y="4613387"/>
            <a:ext cx="720000" cy="720000"/>
            <a:chOff x="1731121" y="1976412"/>
            <a:chExt cx="1440000" cy="1440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9C756A4-1E20-4F6E-96B4-6CAB209F2E28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90C88-C3DE-4F2D-8AA4-5F0C7AFD46C9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01DA8-0D2F-4875-AC45-E042C9BA28B3}"/>
              </a:ext>
            </a:extLst>
          </p:cNvPr>
          <p:cNvGrpSpPr/>
          <p:nvPr/>
        </p:nvGrpSpPr>
        <p:grpSpPr>
          <a:xfrm>
            <a:off x="2786520" y="4613387"/>
            <a:ext cx="720000" cy="720000"/>
            <a:chOff x="1731121" y="1976412"/>
            <a:chExt cx="1440000" cy="1440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535C2F-9862-4AA7-9E09-ABDA702EF5D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79F2CE3-9248-44BE-9D7D-C9AE7DC7F3A6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1D72B8-4911-47B3-90E3-DB2214460AF3}"/>
              </a:ext>
            </a:extLst>
          </p:cNvPr>
          <p:cNvGrpSpPr/>
          <p:nvPr/>
        </p:nvGrpSpPr>
        <p:grpSpPr>
          <a:xfrm>
            <a:off x="3688924" y="4613387"/>
            <a:ext cx="720000" cy="720000"/>
            <a:chOff x="1731121" y="1976412"/>
            <a:chExt cx="1440000" cy="1440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938572C-9FA8-488A-8CB6-76618F32685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F856F4-E4F3-445F-BC00-7205A2872C23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3548AA7B-6A83-4807-80E9-891F694E9EDC}"/>
              </a:ext>
            </a:extLst>
          </p:cNvPr>
          <p:cNvSpPr/>
          <p:nvPr/>
        </p:nvSpPr>
        <p:spPr>
          <a:xfrm>
            <a:off x="81352" y="23966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5 / 5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3102C1F-575A-4F50-ADB7-3A36216C36E7}"/>
              </a:ext>
            </a:extLst>
          </p:cNvPr>
          <p:cNvSpPr/>
          <p:nvPr/>
        </p:nvSpPr>
        <p:spPr>
          <a:xfrm>
            <a:off x="79308" y="3711004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1378D3-53F5-4411-9720-2573F99A0A8E}"/>
              </a:ext>
            </a:extLst>
          </p:cNvPr>
          <p:cNvSpPr/>
          <p:nvPr/>
        </p:nvSpPr>
        <p:spPr>
          <a:xfrm>
            <a:off x="79308" y="461338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E4DC284-77C7-4604-8372-D4C78BE838E5}"/>
              </a:ext>
            </a:extLst>
          </p:cNvPr>
          <p:cNvSpPr/>
          <p:nvPr/>
        </p:nvSpPr>
        <p:spPr>
          <a:xfrm>
            <a:off x="79308" y="556927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FCB31D-97A6-4606-B6AE-5CD169EB6915}"/>
              </a:ext>
            </a:extLst>
          </p:cNvPr>
          <p:cNvCxnSpPr>
            <a:cxnSpLocks/>
          </p:cNvCxnSpPr>
          <p:nvPr/>
        </p:nvCxnSpPr>
        <p:spPr>
          <a:xfrm flipH="1">
            <a:off x="4040332" y="2570769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0E05302-0FFB-4DD4-93F0-5D46682FBFB9}"/>
              </a:ext>
            </a:extLst>
          </p:cNvPr>
          <p:cNvCxnSpPr>
            <a:cxnSpLocks/>
          </p:cNvCxnSpPr>
          <p:nvPr/>
        </p:nvCxnSpPr>
        <p:spPr>
          <a:xfrm rot="5400000" flipH="1">
            <a:off x="4490952" y="2126668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CBA2AEB-DDFB-4735-A6DE-568992D288FC}"/>
              </a:ext>
            </a:extLst>
          </p:cNvPr>
          <p:cNvSpPr txBox="1"/>
          <p:nvPr/>
        </p:nvSpPr>
        <p:spPr>
          <a:xfrm>
            <a:off x="4033342" y="2507434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79" name="Rectangle: Rounded Corners 78">
            <a:hlinkClick r:id="rId27" action="ppaction://hlinksldjump"/>
            <a:extLst>
              <a:ext uri="{FF2B5EF4-FFF2-40B4-BE49-F238E27FC236}">
                <a16:creationId xmlns:a16="http://schemas.microsoft.com/office/drawing/2014/main" id="{BBC53E3E-369A-4318-A770-CD692A3ECE61}"/>
              </a:ext>
            </a:extLst>
          </p:cNvPr>
          <p:cNvSpPr/>
          <p:nvPr/>
        </p:nvSpPr>
        <p:spPr>
          <a:xfrm>
            <a:off x="5988057" y="5943875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Create Grimoire</a:t>
            </a:r>
          </a:p>
        </p:txBody>
      </p:sp>
    </p:spTree>
    <p:extLst>
      <p:ext uri="{BB962C8B-B14F-4D97-AF65-F5344CB8AC3E}">
        <p14:creationId xmlns:p14="http://schemas.microsoft.com/office/powerpoint/2010/main" val="360289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7E89C6F-0CEE-427F-BCEA-61DF6CFB7414}"/>
              </a:ext>
            </a:extLst>
          </p:cNvPr>
          <p:cNvGrpSpPr/>
          <p:nvPr/>
        </p:nvGrpSpPr>
        <p:grpSpPr>
          <a:xfrm>
            <a:off x="1114338" y="1591857"/>
            <a:ext cx="1440000" cy="1440000"/>
            <a:chOff x="5248094" y="546434"/>
            <a:chExt cx="1440000" cy="144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971C4BC-1515-49A7-9E33-96D578E0AC74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2328E5-8EA8-4162-9B52-444452AFA6DB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8B7E61-77C7-4822-9172-E88C06982F1A}"/>
              </a:ext>
            </a:extLst>
          </p:cNvPr>
          <p:cNvGrpSpPr/>
          <p:nvPr/>
        </p:nvGrpSpPr>
        <p:grpSpPr>
          <a:xfrm>
            <a:off x="4055218" y="4320582"/>
            <a:ext cx="1440000" cy="1440000"/>
            <a:chOff x="3261301" y="66400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A981CA2-EDA4-44AB-8FAA-B48B329839E3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C5F064-972C-481B-82A4-8088106138E2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2AC4C6-DFE2-466A-881E-43E169FC6493}"/>
              </a:ext>
            </a:extLst>
          </p:cNvPr>
          <p:cNvGrpSpPr/>
          <p:nvPr/>
        </p:nvGrpSpPr>
        <p:grpSpPr>
          <a:xfrm>
            <a:off x="2321819" y="415056"/>
            <a:ext cx="1440000" cy="1440000"/>
            <a:chOff x="1731121" y="1976412"/>
            <a:chExt cx="1440000" cy="1440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D318C92-B600-448C-999D-2031F3BF836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78CEFD-C4E0-41E0-9B30-DD9BDD9F1062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3783CD-E663-47B5-897D-38DA4D64D269}"/>
              </a:ext>
            </a:extLst>
          </p:cNvPr>
          <p:cNvGrpSpPr/>
          <p:nvPr/>
        </p:nvGrpSpPr>
        <p:grpSpPr>
          <a:xfrm>
            <a:off x="4031641" y="1113627"/>
            <a:ext cx="1440000" cy="1440000"/>
            <a:chOff x="6656606" y="2014004"/>
            <a:chExt cx="1440000" cy="1440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059B4BC-EA43-496B-878C-5DDA9BE88771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B6B582E-1B8D-47CC-AFDD-F1EB467C3D33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8EFC5B-A2CB-4A40-871B-E1B5AD24E987}"/>
              </a:ext>
            </a:extLst>
          </p:cNvPr>
          <p:cNvGrpSpPr/>
          <p:nvPr/>
        </p:nvGrpSpPr>
        <p:grpSpPr>
          <a:xfrm>
            <a:off x="3942180" y="3356619"/>
            <a:ext cx="1440000" cy="1440000"/>
            <a:chOff x="6098178" y="3786107"/>
            <a:chExt cx="1440000" cy="1440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F85F98D-938C-4A21-8EF4-CC02A9C7F3B1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09978F-97C0-4ED5-AC3C-A012E355E884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FA1E53-429D-4329-A9AE-7ADFE428508C}"/>
              </a:ext>
            </a:extLst>
          </p:cNvPr>
          <p:cNvGrpSpPr/>
          <p:nvPr/>
        </p:nvGrpSpPr>
        <p:grpSpPr>
          <a:xfrm>
            <a:off x="2395218" y="3193966"/>
            <a:ext cx="1440000" cy="1440000"/>
            <a:chOff x="4151932" y="4348169"/>
            <a:chExt cx="1440000" cy="144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FAA5261-537B-48B3-9D30-E2870F335C04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6D2D68-8754-46F5-9140-21B8B73C2725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872FB6-C909-45E5-BB21-5E3F7572B376}"/>
              </a:ext>
            </a:extLst>
          </p:cNvPr>
          <p:cNvGrpSpPr/>
          <p:nvPr/>
        </p:nvGrpSpPr>
        <p:grpSpPr>
          <a:xfrm>
            <a:off x="2824160" y="2078999"/>
            <a:ext cx="1440000" cy="1440000"/>
            <a:chOff x="1918852" y="3953887"/>
            <a:chExt cx="1440000" cy="144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50E8526-AE57-4F53-9A9A-7AD59445DFF4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1FAF69-BE8A-4DBE-A5C8-B1E2CCD80D59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43BA83-2B43-409E-813B-725F6596A450}"/>
              </a:ext>
            </a:extLst>
          </p:cNvPr>
          <p:cNvGrpSpPr/>
          <p:nvPr/>
        </p:nvGrpSpPr>
        <p:grpSpPr>
          <a:xfrm>
            <a:off x="4280942" y="2583455"/>
            <a:ext cx="1440000" cy="1440000"/>
            <a:chOff x="3413701" y="2292868"/>
            <a:chExt cx="1440000" cy="1440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138F6BD-3C24-48BA-81CD-DCF1FC342DB9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B2D2C99-C537-4055-AFE5-DF7C93E1F8CC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871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53824-E8FA-4988-9A94-DD6F245982CA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B20C14-0B3A-43A3-95AA-756B4C7DA05F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347CA0-8265-4863-B2FC-E0EA4EDBA17C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7ACF55-8DA0-4EDD-9280-453A50F216A5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B66D31-B5B6-48FB-ADD3-FDE55E175A9B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A1CBF4-42BD-4159-AD13-EE7C0CC85B5A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278F49-DCE8-4A99-B82D-E0C6E829F000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A53DD7-402F-4AB1-811C-5821E8CB3F03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55983FBA-3197-43E0-A5E0-3003059AE0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D5B0F65-2E3C-4F66-A0C8-5704E3F34D6B}"/>
              </a:ext>
            </a:extLst>
          </p:cNvPr>
          <p:cNvSpPr txBox="1"/>
          <p:nvPr/>
        </p:nvSpPr>
        <p:spPr>
          <a:xfrm>
            <a:off x="5913620" y="630519"/>
            <a:ext cx="20720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Name tags are automatically placed “Notes”. More can be added via the hamburger menu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EAFCA23-E3A0-4097-BB78-135B6744577E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5343170" y="571139"/>
            <a:ext cx="570450" cy="35946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E5E2B4-D2B1-4B3F-BEF6-FD6CA59B96F8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67C156-994F-4689-AE1C-14B912BDAFED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C1A45C-0E42-4774-895F-E5A23CB7158F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A96831F-E5D1-4B1A-907F-F3152ED094BF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05486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B56C78D5-FF30-4C14-95BE-7FCAC4C67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2047B2-D95E-4263-AD70-6B9631BC1633}"/>
              </a:ext>
            </a:extLst>
          </p:cNvPr>
          <p:cNvSpPr/>
          <p:nvPr/>
        </p:nvSpPr>
        <p:spPr>
          <a:xfrm>
            <a:off x="7257502" y="989053"/>
            <a:ext cx="1440000" cy="1440000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  <a:hlinkClick r:id="" action="ppaction://hlinkshowjump?jump=nextslide"/>
              </a:rPr>
              <a:t>[Change Character]</a:t>
            </a:r>
            <a:endParaRPr lang="en-GB" sz="105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0286BBC-C683-4F2B-B37D-A7E030FC6DDB}"/>
              </a:ext>
            </a:extLst>
          </p:cNvPr>
          <p:cNvSpPr/>
          <p:nvPr/>
        </p:nvSpPr>
        <p:spPr>
          <a:xfrm rot="5400000">
            <a:off x="7793902" y="83882"/>
            <a:ext cx="360000" cy="1432800"/>
          </a:xfrm>
          <a:prstGeom prst="leftBrace">
            <a:avLst>
              <a:gd name="adj1" fmla="val 99500"/>
              <a:gd name="adj2" fmla="val 49215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107C08-3E8C-4452-BF5C-759E9A8626DA}"/>
              </a:ext>
            </a:extLst>
          </p:cNvPr>
          <p:cNvSpPr txBox="1"/>
          <p:nvPr/>
        </p:nvSpPr>
        <p:spPr>
          <a:xfrm>
            <a:off x="7575395" y="313672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171A2A0-3EF4-4C8B-AF32-DF001EB70F5C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D9C358-06F2-4AF1-BA13-2C1DE7378A0E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B088B4C-094A-46C3-9CEF-53FB8AB30D91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0B744D6-83D4-457A-8D2E-D44DEC099885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CBD72EC-F1E9-45AC-823D-78B7948BA88F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44CCAC-55EA-4A1C-BA04-8BB8F1BB6307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511B80-FD14-4383-82B2-043D55FDEE56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260045-DB88-49E0-A9F1-67FE6E0D6490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7F3CFB-12E4-452F-B001-BD9A273FCF53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0781DC-4DB2-4881-9AE4-1CAFA67AE9B3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5D814E-31F8-40DB-B1CA-24707FB570EF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BC4E1F-D329-4687-9272-25D473575E12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79202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0627E311-1A50-4DD4-A4F7-D34612BB21E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E8631E5-9C10-49C3-BFBB-88B632FD7AEC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1DE098D-3A60-4B34-B97C-8370DFDD2540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64255F8-458C-42C7-A987-7F717CA1F229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0" name="Graphic 69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0875D36E-7092-4C90-8630-6E2FEEE23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2047B2-D95E-4263-AD70-6B9631BC1633}"/>
              </a:ext>
            </a:extLst>
          </p:cNvPr>
          <p:cNvSpPr/>
          <p:nvPr/>
        </p:nvSpPr>
        <p:spPr>
          <a:xfrm>
            <a:off x="7257502" y="989053"/>
            <a:ext cx="1440000" cy="1440000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0286BBC-C683-4F2B-B37D-A7E030FC6DDB}"/>
              </a:ext>
            </a:extLst>
          </p:cNvPr>
          <p:cNvSpPr/>
          <p:nvPr/>
        </p:nvSpPr>
        <p:spPr>
          <a:xfrm rot="5400000">
            <a:off x="7793902" y="83882"/>
            <a:ext cx="360000" cy="1432800"/>
          </a:xfrm>
          <a:prstGeom prst="leftBrace">
            <a:avLst>
              <a:gd name="adj1" fmla="val 99500"/>
              <a:gd name="adj2" fmla="val 49215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107C08-3E8C-4452-BF5C-759E9A8626DA}"/>
              </a:ext>
            </a:extLst>
          </p:cNvPr>
          <p:cNvSpPr txBox="1"/>
          <p:nvPr/>
        </p:nvSpPr>
        <p:spPr>
          <a:xfrm>
            <a:off x="7575395" y="313672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BB57C8-DBBF-4AA2-9E79-E0431870B6C0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825B08-77ED-49CE-B001-5F6E41608581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8CFF89-D7DD-41D9-82BB-AAABAA34EA56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88E7F0-BCFD-4B43-8231-E7A594F7AAC1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68768D-8D93-4068-993C-6981BD2660D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DD7952-2B2F-45FB-9314-EC8507262165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625F43-2A89-42E6-BE95-A7D54213A296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CF94D0-9443-41AF-99F9-5F6B028D23CB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02792-D90D-4475-ABB2-47044F0DFFC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D20D1F-AA8C-4E53-85EF-473FD82E7E8D}"/>
              </a:ext>
            </a:extLst>
          </p:cNvPr>
          <p:cNvGrpSpPr/>
          <p:nvPr/>
        </p:nvGrpSpPr>
        <p:grpSpPr>
          <a:xfrm>
            <a:off x="3116818" y="2069961"/>
            <a:ext cx="720000" cy="720000"/>
            <a:chOff x="1918852" y="3953887"/>
            <a:chExt cx="720000" cy="1440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F77638A-510E-4921-A99C-F187760BFAF1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002AA5-0723-4A4A-A514-6D61B9125AED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F76252D-D8CA-42E5-8E24-9BB4931D32E5}"/>
              </a:ext>
            </a:extLst>
          </p:cNvPr>
          <p:cNvGrpSpPr/>
          <p:nvPr/>
        </p:nvGrpSpPr>
        <p:grpSpPr>
          <a:xfrm>
            <a:off x="3945861" y="2069053"/>
            <a:ext cx="720000" cy="720000"/>
            <a:chOff x="1918852" y="3953887"/>
            <a:chExt cx="720000" cy="1440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DEA8DFF-033B-4A36-92C2-6E009430E4F0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608E5B-8BE0-420D-8F1E-7F6AD8CAD7B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	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6D3133-92F0-49F2-B7E7-225830AE7A3D}"/>
              </a:ext>
            </a:extLst>
          </p:cNvPr>
          <p:cNvGrpSpPr/>
          <p:nvPr/>
        </p:nvGrpSpPr>
        <p:grpSpPr>
          <a:xfrm>
            <a:off x="4772851" y="2065299"/>
            <a:ext cx="720000" cy="720000"/>
            <a:chOff x="1918852" y="3953887"/>
            <a:chExt cx="720000" cy="144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83D2AF1-9BF1-49EE-B96D-11C925A20B33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E1E8E7-9D92-4786-BBD2-4E860AA0709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A02C52-7DE3-4462-8EBB-8F00C95A6298}"/>
              </a:ext>
            </a:extLst>
          </p:cNvPr>
          <p:cNvGrpSpPr/>
          <p:nvPr/>
        </p:nvGrpSpPr>
        <p:grpSpPr>
          <a:xfrm>
            <a:off x="3119558" y="2876207"/>
            <a:ext cx="720000" cy="720000"/>
            <a:chOff x="1918852" y="3953887"/>
            <a:chExt cx="720000" cy="1440000"/>
          </a:xfrm>
        </p:grpSpPr>
        <p:sp>
          <p:nvSpPr>
            <p:cNvPr id="53" name="Oval 5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6031892-1BC3-44FE-AF2F-664DF7DAFED3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B4C697D-E6AC-4D07-B316-21869370D451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E1C12B1-E587-46DF-9D5A-7D97048DCA16}"/>
              </a:ext>
            </a:extLst>
          </p:cNvPr>
          <p:cNvGrpSpPr/>
          <p:nvPr/>
        </p:nvGrpSpPr>
        <p:grpSpPr>
          <a:xfrm>
            <a:off x="3948601" y="2875299"/>
            <a:ext cx="720000" cy="720000"/>
            <a:chOff x="1918852" y="3953887"/>
            <a:chExt cx="720000" cy="1440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68E5A91-40D0-48D4-A3B2-8A30C31C5482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B452D46-F61F-4E37-BA18-44D2A98D2D2C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1A5BD87-E69F-4705-BF2F-4836F4791414}"/>
              </a:ext>
            </a:extLst>
          </p:cNvPr>
          <p:cNvGrpSpPr/>
          <p:nvPr/>
        </p:nvGrpSpPr>
        <p:grpSpPr>
          <a:xfrm>
            <a:off x="4775591" y="2871545"/>
            <a:ext cx="720000" cy="720000"/>
            <a:chOff x="1918852" y="3953887"/>
            <a:chExt cx="720000" cy="1440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31E9571-033D-4194-8D7E-0A9DB149871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83CBD9-CEA2-489E-9D06-CD603887513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26E0F8-DCE7-4462-A0B6-D6E6DD2E0F59}"/>
              </a:ext>
            </a:extLst>
          </p:cNvPr>
          <p:cNvSpPr txBox="1"/>
          <p:nvPr/>
        </p:nvSpPr>
        <p:spPr>
          <a:xfrm>
            <a:off x="3269956" y="3635500"/>
            <a:ext cx="2696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(all characters on script are shown here)</a:t>
            </a:r>
          </a:p>
        </p:txBody>
      </p:sp>
    </p:spTree>
    <p:extLst>
      <p:ext uri="{BB962C8B-B14F-4D97-AF65-F5344CB8AC3E}">
        <p14:creationId xmlns:p14="http://schemas.microsoft.com/office/powerpoint/2010/main" val="307130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9129A912-A2AB-415A-AFF3-60243F3279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5776627-7CB0-4685-A85C-6E72128BC3AD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C6A67B3-41D4-4933-9501-DBA8338484D6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3E22CA-B073-4230-850F-75A67669DAB4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CCBDD4-C28A-4B9E-94A5-D1D14A64639B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0336850-BB8F-4A2B-8875-A780A88C3606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125A5-12F4-4905-BAB4-4916F3AE7A30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092B48-6AC9-4DFF-A5D2-93C348773B3A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2F4968-8F85-4B5D-8BE5-17FC54E88D02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9DB524-F381-4B00-89FA-3B87F2BF1A3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D9CB1A-B11D-4B99-8E60-2AB2B49F44DC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13F626-0567-4F1B-A766-3A976B9A031D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F37FDC-6292-42B5-8692-1C378321902B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606393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791482-129E-4944-BAA2-4EB02CAC20E3}"/>
              </a:ext>
            </a:extLst>
          </p:cNvPr>
          <p:cNvSpPr/>
          <p:nvPr/>
        </p:nvSpPr>
        <p:spPr>
          <a:xfrm>
            <a:off x="3004517" y="3193818"/>
            <a:ext cx="479788" cy="4797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+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903A60-965A-4559-BA0E-9C479C50BED7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EB7CF3-C7F6-4919-ADA2-7269BF9D4CC3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9129A912-A2AB-415A-AFF3-60243F3279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09FAAB8-1539-4070-9E22-EC5D4CE29459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7949D4D-3E19-492D-9ACD-7DDB7A13CBFA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00C65B-9A47-4667-9672-3E5BF2264EB4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F1D3536-0895-4C04-823A-E2A9FF5DB4BE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43D73CE-CF6A-46A6-BB42-832C812D11D1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3C9698-EB8F-41D4-9735-49022866D201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5B3478-EA2A-4A8E-9AF7-EC74FD3B090C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EE10EB-3202-4E9C-91EB-6F6A552681C9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C523A-6593-4D53-BDC4-5E5EB81D004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ECC53D-380D-49C2-A883-A580DE0D2CF2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55D04B-D158-4035-A76C-1304ADF3B09B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889652-16D1-4C9C-8733-06A661958F79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205424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27248B22-C454-4A76-B49B-12D69982227C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C98833E-4A2E-4BCB-B18F-9AFCC069BF44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69164D6-DD83-4364-8DCA-950514620240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973537E-FD07-49D8-83C8-CBA83D9ECF2E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4" name="Graphic 73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CB93C2E4-9905-4C74-8F97-FBA630DEE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791482-129E-4944-BAA2-4EB02CAC20E3}"/>
              </a:ext>
            </a:extLst>
          </p:cNvPr>
          <p:cNvSpPr/>
          <p:nvPr/>
        </p:nvSpPr>
        <p:spPr>
          <a:xfrm>
            <a:off x="3004517" y="3193818"/>
            <a:ext cx="479788" cy="4797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+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903A60-965A-4559-BA0E-9C479C50BED7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EB7CF3-C7F6-4919-ADA2-7269BF9D4CC3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530801E-5632-4F4A-8832-6D9A5AE51AAC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035541-834C-4F92-91E2-3B4678C0A464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2B9D55-ADBF-44F8-84E2-A2F162AA2E10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039FDF-2AB2-4A87-BC7E-348E765623F3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30D9F6-64B2-4015-91FA-5977A612EDD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DA1376-327A-40E7-948E-3617EE151595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C60B6E-9544-4089-8C8A-A1DD35F91FE1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1B2A27-CD05-4F1A-9990-F051AA784E4A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653054-127E-4F6C-9598-3BB73D13F6B0}"/>
              </a:ext>
            </a:extLst>
          </p:cNvPr>
          <p:cNvSpPr/>
          <p:nvPr/>
        </p:nvSpPr>
        <p:spPr>
          <a:xfrm>
            <a:off x="5856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3116818" y="2069961"/>
            <a:ext cx="720000" cy="720000"/>
            <a:chOff x="1918852" y="3953887"/>
            <a:chExt cx="720000" cy="1440000"/>
          </a:xfrm>
        </p:grpSpPr>
        <p:sp>
          <p:nvSpPr>
            <p:cNvPr id="53" name="Oval 5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A10857-1065-430C-822D-07FDCC581BB1}"/>
              </a:ext>
            </a:extLst>
          </p:cNvPr>
          <p:cNvGrpSpPr/>
          <p:nvPr/>
        </p:nvGrpSpPr>
        <p:grpSpPr>
          <a:xfrm>
            <a:off x="3948807" y="2069961"/>
            <a:ext cx="720000" cy="720000"/>
            <a:chOff x="1918852" y="3953887"/>
            <a:chExt cx="720000" cy="1440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B655D36-FA9C-4299-ACCE-955ECB198905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EB9576-D1F6-4202-868A-3B18D2E79F0A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Wrong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8AFD200-4133-40A9-B8F7-05ACB09C1F76}"/>
              </a:ext>
            </a:extLst>
          </p:cNvPr>
          <p:cNvGrpSpPr/>
          <p:nvPr/>
        </p:nvGrpSpPr>
        <p:grpSpPr>
          <a:xfrm>
            <a:off x="4789322" y="2106456"/>
            <a:ext cx="720000" cy="720000"/>
            <a:chOff x="1918852" y="3953887"/>
            <a:chExt cx="720000" cy="1440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2D62941-E50F-43E1-8F5F-BCAFF510C059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DAD0067-9099-4F72-A9E2-E3AEFEC270EB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Outsider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FE1A46-20F8-463F-A506-8B1371FCAC66}"/>
              </a:ext>
            </a:extLst>
          </p:cNvPr>
          <p:cNvGrpSpPr/>
          <p:nvPr/>
        </p:nvGrpSpPr>
        <p:grpSpPr>
          <a:xfrm>
            <a:off x="5671156" y="2104549"/>
            <a:ext cx="720000" cy="720000"/>
            <a:chOff x="1918852" y="3953887"/>
            <a:chExt cx="720000" cy="144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DA79CBA-A2F1-4ECE-972A-263AF3406CC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C6EA0A7-9008-418A-AE5C-C12A51E27D3D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Wrong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A20EAC6-41C4-4994-A718-A30E11759094}"/>
              </a:ext>
            </a:extLst>
          </p:cNvPr>
          <p:cNvSpPr txBox="1"/>
          <p:nvPr/>
        </p:nvSpPr>
        <p:spPr>
          <a:xfrm>
            <a:off x="3269957" y="3635500"/>
            <a:ext cx="2199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(all characters with reminders on script are shown here)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3E49A3E-06A1-469A-9657-13BB9AF63FF2}"/>
              </a:ext>
            </a:extLst>
          </p:cNvPr>
          <p:cNvGrpSpPr/>
          <p:nvPr/>
        </p:nvGrpSpPr>
        <p:grpSpPr>
          <a:xfrm>
            <a:off x="3143169" y="2904091"/>
            <a:ext cx="720000" cy="720000"/>
            <a:chOff x="1918852" y="3953887"/>
            <a:chExt cx="720000" cy="1440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49876E1-E5C0-497F-81DF-5F8343D7D9A5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246699D-B4DE-4B10-87E7-B0E230951859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Demon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982D342-ABC6-43E4-A485-A3DC530038D3}"/>
              </a:ext>
            </a:extLst>
          </p:cNvPr>
          <p:cNvGrpSpPr/>
          <p:nvPr/>
        </p:nvGrpSpPr>
        <p:grpSpPr>
          <a:xfrm>
            <a:off x="3953040" y="2905260"/>
            <a:ext cx="720000" cy="720000"/>
            <a:chOff x="1918852" y="3953887"/>
            <a:chExt cx="720000" cy="144000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BCEE7B9-CB43-45B1-870B-3955E508EA3C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13C4F3-6318-43C1-8093-F7BA5A698817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Poisoned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49CBDB-6979-4E94-94B7-5F4F2CF9ECDE}"/>
              </a:ext>
            </a:extLst>
          </p:cNvPr>
          <p:cNvGrpSpPr/>
          <p:nvPr/>
        </p:nvGrpSpPr>
        <p:grpSpPr>
          <a:xfrm>
            <a:off x="4803220" y="2905556"/>
            <a:ext cx="720000" cy="720000"/>
            <a:chOff x="1918852" y="3953887"/>
            <a:chExt cx="720000" cy="14400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837AA16-DF53-4B43-BE28-FE073D0D3C34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25548C-08B2-41EA-A948-ECC254C5B5D4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Dead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087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2976609" y="3200490"/>
            <a:ext cx="510140" cy="510140"/>
            <a:chOff x="1918852" y="3953887"/>
            <a:chExt cx="720000" cy="144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1E332315-8768-4526-A2A2-18DCC10212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76744FB-15F5-4D84-9DD5-456E09000367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828465E-DF20-4765-BD03-B6A7124449AC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27D8A8B-845F-49D2-B6E7-348BFBED2D55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C559E11-CE57-4FA9-AB1C-59B4A9E24B78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1D082FF-B206-41A2-A593-5E84A1740673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5CD0D1-3A1A-4941-8A4D-060DC7AF5AB8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388AA9-7785-4399-89CF-0B719B5E7A3B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7F8132-08DD-459D-9F12-A26343E68215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0C0CFE-7990-48F2-99A4-802B5A5CBC9D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80B131-7A09-452C-9E66-78ED03C58BB1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816B5-E297-4CF6-B801-D3676BC5718F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29AC2A-EE8E-467F-92FB-EA27B2623A26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526609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2976609" y="3200490"/>
            <a:ext cx="510140" cy="510140"/>
            <a:chOff x="1918852" y="3953887"/>
            <a:chExt cx="720000" cy="144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sp>
        <p:nvSpPr>
          <p:cNvPr id="18" name="Multiplication Sign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35C8DD-0F94-4E19-9450-23763277E9F8}"/>
              </a:ext>
            </a:extLst>
          </p:cNvPr>
          <p:cNvSpPr/>
          <p:nvPr/>
        </p:nvSpPr>
        <p:spPr>
          <a:xfrm>
            <a:off x="3045661" y="3269542"/>
            <a:ext cx="372036" cy="372036"/>
          </a:xfrm>
          <a:prstGeom prst="mathMultiply">
            <a:avLst>
              <a:gd name="adj1" fmla="val 1942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BB0EE0-A76E-459B-854C-975A535D1795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A8DCB8-E676-493C-B144-A86F1FAB668D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7" name="Graphic 56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0AB85B67-219A-46F7-81C3-A7934FF802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E0654848-A408-4E32-B734-F54FF826673D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4660CA-A6AC-4BA6-9572-4476EAF01821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A383348-48EE-4F3E-A211-F5135BC47FA8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918C443-A39E-47B8-BC48-21F2E7165F84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8D6EB1A-2876-46EA-8165-6467C6465464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7C9AE5-ADCC-4674-BE07-407FDA09A59D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AD7389-C0CF-4FB2-B57A-EF8B9DFD93B7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EE7072-E1E7-4558-A110-316E955AD8A2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5B4433-A5B2-4C48-A888-F4FF32D7A38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ED8821-0BA6-48C0-A6B4-1FE259C569EC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147BE2-094B-4975-ADCA-AFA7600981A7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D9EF9B-4395-4FCC-BE24-DC93B769312E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549070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63AD0-3FC2-4AA3-8ED4-2C21A09B55D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29592" y="143134"/>
            <a:chExt cx="796926" cy="580687"/>
          </a:xfrm>
        </p:grpSpPr>
        <p:sp>
          <p:nvSpPr>
            <p:cNvPr id="41" name="Rectangle 40">
              <a:hlinkClick r:id="rId13" action="ppaction://hlinksldjump"/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29593" y="36520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hlinkClick r:id="rId13" action="ppaction://hlinksldjump"/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29592" y="14313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hlinkClick r:id="rId13" action="ppaction://hlinksldjump"/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29592" y="585322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C4247-12D1-4361-B526-EC428DE8F887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545E863-DE90-46FB-9B45-E233FF9E3520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822A3A-877F-426A-8D02-40A4192A6BED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Note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875436B-D941-488A-A373-4FA89DE39EA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EF4CDFF-F00A-4E69-93C5-9E3C7D35056C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20A9799-B94B-4F33-B7E8-266F72A45198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FF82B9D-F11A-4C23-B726-DDD41F179991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E982D7-47F8-4A27-BE33-DA6CA0E49A8D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76ECF-3FFE-4E44-B2D6-287122A60153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E7FD65-9EFA-4B47-92DE-ED28B184C916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F37B18-C886-4777-8776-6C27D5D885B7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C0ABF-213E-4507-8F0B-4D3C05D5A64E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D97ECF-DE6E-4457-BE77-0415F00CBDE1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847317-E2F2-4125-894A-353BDB91F603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3769036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2A3332F-A2F2-455B-89B9-61978F00168F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1B39F52-2147-4B41-938E-7AAE3E90EA55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3E228-E744-4563-95A7-FF0D0EA2660F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01ACEC-1E2F-4466-9C08-3AF15396F1F2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ED0814-F280-4FEC-A5D3-97794B4C2F52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5C99B2-82D3-4FB2-8C64-022228B29CCE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F525A5-67FF-49B1-AFB5-6001D47C7DD9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D098E4-5CBF-4598-8B6A-A12D388E19C9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0F91F4-0002-4505-994B-1039C6FC556D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E3EA5B-9224-4FD7-8D1F-F0976F6A6B9F}"/>
              </a:ext>
            </a:extLst>
          </p:cNvPr>
          <p:cNvSpPr/>
          <p:nvPr/>
        </p:nvSpPr>
        <p:spPr>
          <a:xfrm>
            <a:off x="-7696" y="-1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5A025D-6C9D-4206-A7CD-F3FC049917A5}"/>
              </a:ext>
            </a:extLst>
          </p:cNvPr>
          <p:cNvGrpSpPr/>
          <p:nvPr/>
        </p:nvGrpSpPr>
        <p:grpSpPr>
          <a:xfrm>
            <a:off x="7696" y="1"/>
            <a:ext cx="2446240" cy="2604488"/>
            <a:chOff x="7696" y="1"/>
            <a:chExt cx="2446240" cy="260448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D6BAC40-5FDF-43F1-A408-5CFD30AA06A1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2BDEB94-F553-4096-8A00-E82C6C31DC3C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Note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E01FC32-E909-4697-B8A0-B3990951AFE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5" name="Rectangle: Rounded Corners 54">
              <a:hlinkClick r:id="rId13" action="ppaction://hlinksldjump"/>
              <a:extLst>
                <a:ext uri="{FF2B5EF4-FFF2-40B4-BE49-F238E27FC236}">
                  <a16:creationId xmlns:a16="http://schemas.microsoft.com/office/drawing/2014/main" id="{25C1D312-3AAA-41AF-87E7-90460BE1BEEF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8C766FF-4F3A-4AF6-B106-9C4BEC63F4BF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4837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2A3332F-A2F2-455B-89B9-61978F00168F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D18A366-1AA1-4ECC-8E98-B553BC3F44E0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CAC5678-EBAF-4656-93BE-85685F6BE164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EE6F790-201B-4A72-8162-5AD76FB233AB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Name Tag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58E08F3-7F80-4404-915D-D630A267E629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63E0AFB-E9B9-4200-AD35-230B91021108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8F0F80-7B5D-43F3-B689-C0264D43D8DE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24458B5-BDC2-4254-8FA5-0BD3DDAC73E8}"/>
              </a:ext>
            </a:extLst>
          </p:cNvPr>
          <p:cNvCxnSpPr>
            <a:cxnSpLocks/>
          </p:cNvCxnSpPr>
          <p:nvPr/>
        </p:nvCxnSpPr>
        <p:spPr>
          <a:xfrm flipH="1" flipV="1">
            <a:off x="6186137" y="4141483"/>
            <a:ext cx="285497" cy="3363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B416F84-A220-4269-841B-F116A4196CC3}"/>
              </a:ext>
            </a:extLst>
          </p:cNvPr>
          <p:cNvSpPr txBox="1"/>
          <p:nvPr/>
        </p:nvSpPr>
        <p:spPr>
          <a:xfrm>
            <a:off x="5597560" y="4655218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Shows similar screen to setup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C614DE-24B1-46C4-A6F5-5371FAA85938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3D86E4-C5BA-4D31-8621-52B4160A96C9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705164-924E-41C7-9E22-1C059A851045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897743-C2FD-4271-9857-85032E59E930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CDC134-9B4A-4128-9EC2-44E6418A7A8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A7ADC8-48E9-4651-A3D9-891E509A15E9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BBC178-87FE-4535-88FA-F3FA2720BCA5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8F0C2C-186E-4158-A677-F921DC5E33E9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362A85-DAB1-499B-B3B2-1EF5C96805F4}"/>
              </a:ext>
            </a:extLst>
          </p:cNvPr>
          <p:cNvGrpSpPr/>
          <p:nvPr/>
        </p:nvGrpSpPr>
        <p:grpSpPr>
          <a:xfrm>
            <a:off x="5898" y="0"/>
            <a:ext cx="9144000" cy="6858000"/>
            <a:chOff x="0" y="0"/>
            <a:chExt cx="9144000" cy="6858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7E3EA5B-9224-4FD7-8D1F-F0976F6A6B9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2">
                <a:lumMod val="9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11A8BF3-52E0-46A3-AE63-02EB37A5F914}"/>
                </a:ext>
              </a:extLst>
            </p:cNvPr>
            <p:cNvSpPr/>
            <p:nvPr/>
          </p:nvSpPr>
          <p:spPr>
            <a:xfrm>
              <a:off x="1677692" y="546470"/>
              <a:ext cx="1566425" cy="125858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Characters are not in play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4EE0F8FD-EC65-4CE7-816F-92EDF0039852}"/>
                </a:ext>
              </a:extLst>
            </p:cNvPr>
            <p:cNvSpPr/>
            <p:nvPr/>
          </p:nvSpPr>
          <p:spPr>
            <a:xfrm>
              <a:off x="1649262" y="1939165"/>
              <a:ext cx="1566425" cy="12585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rgbClr val="8FAA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Characters are in play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73B3051-D593-4B1E-A42C-217869668863}"/>
                </a:ext>
              </a:extLst>
            </p:cNvPr>
            <p:cNvSpPr/>
            <p:nvPr/>
          </p:nvSpPr>
          <p:spPr>
            <a:xfrm>
              <a:off x="6959364" y="485668"/>
              <a:ext cx="1566425" cy="125858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Character Selected You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BF0A8A6-18BC-431B-94FE-D8CF48C65A3D}"/>
                </a:ext>
              </a:extLst>
            </p:cNvPr>
            <p:cNvSpPr/>
            <p:nvPr/>
          </p:nvSpPr>
          <p:spPr>
            <a:xfrm>
              <a:off x="3398038" y="503255"/>
              <a:ext cx="1566425" cy="125858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are your minions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7D014E6-0C87-45F2-8895-4D66723CB500}"/>
                </a:ext>
              </a:extLst>
            </p:cNvPr>
            <p:cNvSpPr/>
            <p:nvPr/>
          </p:nvSpPr>
          <p:spPr>
            <a:xfrm>
              <a:off x="3430984" y="1919732"/>
              <a:ext cx="1566425" cy="125858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F4B1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is the demon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7BE3135-10D9-4B27-B219-59A74E06843C}"/>
                </a:ext>
              </a:extLst>
            </p:cNvPr>
            <p:cNvSpPr/>
            <p:nvPr/>
          </p:nvSpPr>
          <p:spPr>
            <a:xfrm>
              <a:off x="5150006" y="501456"/>
              <a:ext cx="1566425" cy="125858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You Are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94E9F44-12F8-45DD-AEC6-52933D7FA71E}"/>
                </a:ext>
              </a:extLst>
            </p:cNvPr>
            <p:cNvSpPr/>
            <p:nvPr/>
          </p:nvSpPr>
          <p:spPr>
            <a:xfrm>
              <a:off x="6938894" y="1948690"/>
              <a:ext cx="1566425" cy="1258584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Pick a Player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BDCE006-99DF-4FB5-BC6C-D5012E646EE4}"/>
                </a:ext>
              </a:extLst>
            </p:cNvPr>
            <p:cNvSpPr/>
            <p:nvPr/>
          </p:nvSpPr>
          <p:spPr>
            <a:xfrm>
              <a:off x="5135109" y="1959215"/>
              <a:ext cx="1566425" cy="1258584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rgbClr val="FFD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Player Is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F6B832D-94B3-4FDA-9C52-48AF9538F345}"/>
                </a:ext>
              </a:extLst>
            </p:cNvPr>
            <p:cNvSpPr/>
            <p:nvPr/>
          </p:nvSpPr>
          <p:spPr>
            <a:xfrm>
              <a:off x="3571164" y="3380694"/>
              <a:ext cx="1286064" cy="677084"/>
            </a:xfrm>
            <a:prstGeom prst="roundRect">
              <a:avLst/>
            </a:prstGeom>
            <a:solidFill>
              <a:srgbClr val="002060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Player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489C0A0-6C4E-4349-8C75-9BF894254EE3}"/>
                </a:ext>
              </a:extLst>
            </p:cNvPr>
            <p:cNvSpPr/>
            <p:nvPr/>
          </p:nvSpPr>
          <p:spPr>
            <a:xfrm>
              <a:off x="5229337" y="3350749"/>
              <a:ext cx="1286064" cy="677084"/>
            </a:xfrm>
            <a:prstGeom prst="roundRect">
              <a:avLst/>
            </a:prstGeom>
            <a:solidFill>
              <a:srgbClr val="7030A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Role</a:t>
              </a:r>
            </a:p>
          </p:txBody>
        </p:sp>
      </p:grpSp>
      <p:sp>
        <p:nvSpPr>
          <p:cNvPr id="37" name="Arrow: Right 36">
            <a:hlinkClick r:id="rId13" action="ppaction://hlinksldjump"/>
            <a:extLst>
              <a:ext uri="{FF2B5EF4-FFF2-40B4-BE49-F238E27FC236}">
                <a16:creationId xmlns:a16="http://schemas.microsoft.com/office/drawing/2014/main" id="{98B79819-4EB1-4505-9F20-97A46D06B18D}"/>
              </a:ext>
            </a:extLst>
          </p:cNvPr>
          <p:cNvSpPr/>
          <p:nvPr/>
        </p:nvSpPr>
        <p:spPr>
          <a:xfrm rot="10800000">
            <a:off x="227988" y="147833"/>
            <a:ext cx="657098" cy="600835"/>
          </a:xfrm>
          <a:prstGeom prst="rightArrow">
            <a:avLst>
              <a:gd name="adj1" fmla="val 25844"/>
              <a:gd name="adj2" fmla="val 47584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599FAC5-BBB3-4E15-AEF4-B9BEF903A1C5}"/>
              </a:ext>
            </a:extLst>
          </p:cNvPr>
          <p:cNvCxnSpPr>
            <a:cxnSpLocks/>
          </p:cNvCxnSpPr>
          <p:nvPr/>
        </p:nvCxnSpPr>
        <p:spPr>
          <a:xfrm flipV="1">
            <a:off x="907419" y="1120431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29B0646-227E-4AA6-8A56-136D3D9A08DB}"/>
              </a:ext>
            </a:extLst>
          </p:cNvPr>
          <p:cNvSpPr txBox="1"/>
          <p:nvPr/>
        </p:nvSpPr>
        <p:spPr>
          <a:xfrm>
            <a:off x="285676" y="1578822"/>
            <a:ext cx="1099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Border is opposite colour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1692789-AB8B-47D4-BAF8-3E74FAE39E66}"/>
              </a:ext>
            </a:extLst>
          </p:cNvPr>
          <p:cNvCxnSpPr>
            <a:cxnSpLocks/>
          </p:cNvCxnSpPr>
          <p:nvPr/>
        </p:nvCxnSpPr>
        <p:spPr>
          <a:xfrm flipV="1">
            <a:off x="855779" y="2230248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D746EAA-A6E0-4507-8338-7122333BB9D8}"/>
              </a:ext>
            </a:extLst>
          </p:cNvPr>
          <p:cNvSpPr txBox="1"/>
          <p:nvPr/>
        </p:nvSpPr>
        <p:spPr>
          <a:xfrm>
            <a:off x="-18295" y="2866028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Corresponding Buttons are opposite colours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EF9F673-4E76-45CC-9D74-7138144EDC2D}"/>
              </a:ext>
            </a:extLst>
          </p:cNvPr>
          <p:cNvCxnSpPr>
            <a:cxnSpLocks/>
          </p:cNvCxnSpPr>
          <p:nvPr/>
        </p:nvCxnSpPr>
        <p:spPr>
          <a:xfrm flipV="1">
            <a:off x="3281571" y="4096095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F3E4F92-E7FD-4919-81E0-A56732698C14}"/>
              </a:ext>
            </a:extLst>
          </p:cNvPr>
          <p:cNvSpPr txBox="1"/>
          <p:nvPr/>
        </p:nvSpPr>
        <p:spPr>
          <a:xfrm>
            <a:off x="2407497" y="4731875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 down menu / select from grimoire</a:t>
            </a:r>
          </a:p>
        </p:txBody>
      </p:sp>
    </p:spTree>
    <p:extLst>
      <p:ext uri="{BB962C8B-B14F-4D97-AF65-F5344CB8AC3E}">
        <p14:creationId xmlns:p14="http://schemas.microsoft.com/office/powerpoint/2010/main" val="2191805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63AD0-3FC2-4AA3-8ED4-2C21A09B55D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29592" y="143134"/>
            <a:chExt cx="796926" cy="580687"/>
          </a:xfrm>
        </p:grpSpPr>
        <p:sp>
          <p:nvSpPr>
            <p:cNvPr id="41" name="Rectangle 40">
              <a:hlinkClick r:id="rId13" action="ppaction://hlinksldjump"/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29593" y="36520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hlinkClick r:id="rId13" action="ppaction://hlinksldjump"/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29592" y="14313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hlinkClick r:id="rId13" action="ppaction://hlinksldjump"/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29592" y="585322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C4247-12D1-4361-B526-EC428DE8F887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545E863-DE90-46FB-9B45-E233FF9E3520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822A3A-877F-426A-8D02-40A4192A6BED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Name Tag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875436B-D941-488A-A373-4FA89DE39EA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EF4CDFF-F00A-4E69-93C5-9E3C7D35056C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20A9799-B94B-4F33-B7E8-266F72A45198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1F4C384-4B6E-472F-8A38-3D4ED86F6DE5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A65A00-5185-4144-B197-80CE1B2C0455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1E93AA-7DC8-4E1B-B967-225EF2BC04A3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6D7D64-1D0D-493F-9251-2391970AE8E9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8B48D5-4CEA-4299-80A7-F33DE31F8E20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EDBB69-EC24-4597-A005-3BAF8AC2A7EF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5EED56-95DD-4A26-9C4D-70B1FE9B020E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DA7E04-7077-4C4E-8DD5-7BE846AE81DD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674054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377</TotalTime>
  <Words>1017</Words>
  <Application>Microsoft Office PowerPoint</Application>
  <PresentationFormat>On-screen Show (4:3)</PresentationFormat>
  <Paragraphs>454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Old English Text MT</vt:lpstr>
      <vt:lpstr>Papyrus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Watson</dc:creator>
  <cp:lastModifiedBy>Nathan Watson</cp:lastModifiedBy>
  <cp:revision>67</cp:revision>
  <dcterms:created xsi:type="dcterms:W3CDTF">2026-03-04T12:24:20Z</dcterms:created>
  <dcterms:modified xsi:type="dcterms:W3CDTF">2026-05-12T13:09:21Z</dcterms:modified>
</cp:coreProperties>
</file>