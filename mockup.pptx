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73" r:id="rId2"/>
    <p:sldId id="274" r:id="rId3"/>
    <p:sldId id="275" r:id="rId4"/>
    <p:sldId id="276" r:id="rId5"/>
    <p:sldId id="278" r:id="rId6"/>
    <p:sldId id="279" r:id="rId7"/>
    <p:sldId id="263" r:id="rId8"/>
    <p:sldId id="264" r:id="rId9"/>
    <p:sldId id="266" r:id="rId10"/>
    <p:sldId id="267" r:id="rId11"/>
    <p:sldId id="268" r:id="rId12"/>
    <p:sldId id="280" r:id="rId13"/>
    <p:sldId id="269" r:id="rId14"/>
    <p:sldId id="270" r:id="rId15"/>
    <p:sldId id="271" r:id="rId16"/>
    <p:sldId id="272" r:id="rId17"/>
    <p:sldId id="281" r:id="rId18"/>
    <p:sldId id="282" r:id="rId19"/>
    <p:sldId id="283" r:id="rId20"/>
    <p:sldId id="256" r:id="rId21"/>
    <p:sldId id="262" r:id="rId22"/>
    <p:sldId id="259" r:id="rId23"/>
    <p:sldId id="260" r:id="rId24"/>
    <p:sldId id="261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ome Page" id="{A5826488-38DF-4FDA-87C3-C55905900BA0}">
          <p14:sldIdLst>
            <p14:sldId id="273"/>
          </p14:sldIdLst>
        </p14:section>
        <p14:section name="Settings" id="{068B0C66-0EE6-4B14-90A8-685C4C5C4999}">
          <p14:sldIdLst>
            <p14:sldId id="274"/>
          </p14:sldIdLst>
        </p14:section>
        <p14:section name="Credits" id="{C34AF634-0713-4C56-A4F3-DEBE9B7CA16B}">
          <p14:sldIdLst>
            <p14:sldId id="275"/>
          </p14:sldIdLst>
        </p14:section>
        <p14:section name="Grimoire Setup" id="{CCF5B2BF-7570-421D-8CA9-133BAF6C1597}">
          <p14:sldIdLst>
            <p14:sldId id="276"/>
            <p14:sldId id="278"/>
            <p14:sldId id="279"/>
          </p14:sldIdLst>
        </p14:section>
        <p14:section name="Grimoire Page" id="{EEC3E71F-C955-4398-B2FF-CAAD0179358E}">
          <p14:sldIdLst>
            <p14:sldId id="263"/>
            <p14:sldId id="264"/>
            <p14:sldId id="266"/>
            <p14:sldId id="267"/>
            <p14:sldId id="268"/>
            <p14:sldId id="280"/>
            <p14:sldId id="269"/>
            <p14:sldId id="270"/>
            <p14:sldId id="271"/>
            <p14:sldId id="272"/>
            <p14:sldId id="281"/>
            <p14:sldId id="282"/>
            <p14:sldId id="283"/>
          </p14:sldIdLst>
        </p14:section>
        <p14:section name="Other" id="{1644F89B-4735-4CA6-A8D6-2E3E0762D304}">
          <p14:sldIdLst>
            <p14:sldId id="256"/>
            <p14:sldId id="262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30A0"/>
    <a:srgbClr val="8FAADC"/>
    <a:srgbClr val="2F5597"/>
    <a:srgbClr val="F4B183"/>
    <a:srgbClr val="C55A11"/>
    <a:srgbClr val="FFD966"/>
    <a:srgbClr val="F6F1B0"/>
    <a:srgbClr val="2E75B6"/>
    <a:srgbClr val="DAE3F3"/>
    <a:srgbClr val="9222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3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0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03594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7108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567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1991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63994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5115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53134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81217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1711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34663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970B3-99CF-4010-BD22-8A76CE724EA0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552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gradFill flip="none" rotWithShape="1">
          <a:gsLst>
            <a:gs pos="0">
              <a:srgbClr val="7030A0"/>
            </a:gs>
            <a:gs pos="85000">
              <a:srgbClr val="00206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E970B3-99CF-4010-BD22-8A76CE724EA0}" type="datetimeFigureOut">
              <a:rPr lang="en-GB" smtClean="0"/>
              <a:t>06/05/2026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8D9035-8678-41CB-B4F3-2B867C9EF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3736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4.xml"/><Relationship Id="rId1" Type="http://schemas.openxmlformats.org/officeDocument/2006/relationships/slideLayout" Target="../slideLayouts/slideLayout7.xml"/><Relationship Id="rId4" Type="http://schemas.openxmlformats.org/officeDocument/2006/relationships/slide" Target="slide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befonts.com/papyrus-font.html" TargetMode="External"/><Relationship Id="rId2" Type="http://schemas.openxmlformats.org/officeDocument/2006/relationships/hyperlink" Target="https://github.com/tomozbot/botc-icons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slide" Target="slid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slide" Target="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openxmlformats.org/officeDocument/2006/relationships/image" Target="../media/image1.png"/><Relationship Id="rId21" Type="http://schemas.openxmlformats.org/officeDocument/2006/relationships/image" Target="../media/image18.png"/><Relationship Id="rId7" Type="http://schemas.openxmlformats.org/officeDocument/2006/relationships/image" Target="../media/image5.png"/><Relationship Id="rId12" Type="http://schemas.openxmlformats.org/officeDocument/2006/relationships/slide" Target="slide6.xml"/><Relationship Id="rId17" Type="http://schemas.openxmlformats.org/officeDocument/2006/relationships/image" Target="../media/image14.png"/><Relationship Id="rId25" Type="http://schemas.openxmlformats.org/officeDocument/2006/relationships/image" Target="../media/image22.png"/><Relationship Id="rId2" Type="http://schemas.openxmlformats.org/officeDocument/2006/relationships/slide" Target="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1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23" Type="http://schemas.openxmlformats.org/officeDocument/2006/relationships/image" Target="../media/image20.png"/><Relationship Id="rId10" Type="http://schemas.openxmlformats.org/officeDocument/2006/relationships/image" Target="../media/image8.png"/><Relationship Id="rId19" Type="http://schemas.openxmlformats.org/officeDocument/2006/relationships/image" Target="../media/image16.pn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slide" Target="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slide" Target="slide8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.png"/><Relationship Id="rId5" Type="http://schemas.openxmlformats.org/officeDocument/2006/relationships/image" Target="../media/image6.png"/><Relationship Id="rId10" Type="http://schemas.openxmlformats.org/officeDocument/2006/relationships/slide" Target="slide1.xml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16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slide" Target="slide1.xml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16.png"/><Relationship Id="rId5" Type="http://schemas.openxmlformats.org/officeDocument/2006/relationships/image" Target="../media/image3.png"/><Relationship Id="rId15" Type="http://schemas.openxmlformats.org/officeDocument/2006/relationships/image" Target="../media/image22.png"/><Relationship Id="rId10" Type="http://schemas.openxmlformats.org/officeDocument/2006/relationships/image" Target="../media/image8.pn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.png"/><Relationship Id="rId5" Type="http://schemas.openxmlformats.org/officeDocument/2006/relationships/image" Target="../media/image24.png"/><Relationship Id="rId10" Type="http://schemas.openxmlformats.org/officeDocument/2006/relationships/slide" Target="slide1.xml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.png"/><Relationship Id="rId5" Type="http://schemas.openxmlformats.org/officeDocument/2006/relationships/image" Target="../media/image24.png"/><Relationship Id="rId10" Type="http://schemas.openxmlformats.org/officeDocument/2006/relationships/slide" Target="slide1.xml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3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16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.png"/><Relationship Id="rId5" Type="http://schemas.openxmlformats.org/officeDocument/2006/relationships/image" Target="../media/image24.png"/><Relationship Id="rId10" Type="http://schemas.openxmlformats.org/officeDocument/2006/relationships/slide" Target="slide1.xml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.png"/><Relationship Id="rId5" Type="http://schemas.openxmlformats.org/officeDocument/2006/relationships/image" Target="../media/image24.png"/><Relationship Id="rId10" Type="http://schemas.openxmlformats.org/officeDocument/2006/relationships/slide" Target="slide1.xml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slide" Target="slide17.xml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.png"/><Relationship Id="rId5" Type="http://schemas.openxmlformats.org/officeDocument/2006/relationships/image" Target="../media/image24.png"/><Relationship Id="rId10" Type="http://schemas.openxmlformats.org/officeDocument/2006/relationships/slide" Target="slide1.xml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slide" Target="slide18.xml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.png"/><Relationship Id="rId5" Type="http://schemas.openxmlformats.org/officeDocument/2006/relationships/image" Target="../media/image24.png"/><Relationship Id="rId10" Type="http://schemas.openxmlformats.org/officeDocument/2006/relationships/slide" Target="slide1.xml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slide" Target="slide19.xml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.png"/><Relationship Id="rId5" Type="http://schemas.openxmlformats.org/officeDocument/2006/relationships/image" Target="../media/image24.png"/><Relationship Id="rId10" Type="http://schemas.openxmlformats.org/officeDocument/2006/relationships/slide" Target="slide1.xml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slide" Target="slide17.xml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.png"/><Relationship Id="rId5" Type="http://schemas.openxmlformats.org/officeDocument/2006/relationships/image" Target="../media/image24.png"/><Relationship Id="rId10" Type="http://schemas.openxmlformats.org/officeDocument/2006/relationships/slide" Target="slide1.xml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B2074E-F0CE-473E-AD67-4A5145ABC722}"/>
              </a:ext>
            </a:extLst>
          </p:cNvPr>
          <p:cNvSpPr txBox="1"/>
          <p:nvPr/>
        </p:nvSpPr>
        <p:spPr>
          <a:xfrm>
            <a:off x="1212850" y="736600"/>
            <a:ext cx="67183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0" dirty="0">
                <a:solidFill>
                  <a:schemeClr val="bg1"/>
                </a:solidFill>
                <a:latin typeface="Old English Text MT" panose="03040902040508030806" pitchFamily="66" charset="0"/>
              </a:rPr>
              <a:t>Blood on the Clocktower</a:t>
            </a:r>
          </a:p>
        </p:txBody>
      </p:sp>
      <p:sp>
        <p:nvSpPr>
          <p:cNvPr id="3" name="Rectangle: Rounded Corners 2">
            <a:hlinkClick r:id="rId2" action="ppaction://hlinksldjump"/>
            <a:extLst>
              <a:ext uri="{FF2B5EF4-FFF2-40B4-BE49-F238E27FC236}">
                <a16:creationId xmlns:a16="http://schemas.microsoft.com/office/drawing/2014/main" id="{47516BE7-BF9C-4F42-ADEC-0110C13A5BA3}"/>
              </a:ext>
            </a:extLst>
          </p:cNvPr>
          <p:cNvSpPr/>
          <p:nvPr/>
        </p:nvSpPr>
        <p:spPr>
          <a:xfrm>
            <a:off x="2692400" y="2603500"/>
            <a:ext cx="3759200" cy="596900"/>
          </a:xfrm>
          <a:prstGeom prst="round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New Grim</a:t>
            </a:r>
          </a:p>
        </p:txBody>
      </p:sp>
      <p:sp>
        <p:nvSpPr>
          <p:cNvPr id="4" name="Rectangle: Rounded Corners 3">
            <a:hlinkClick r:id="rId3" action="ppaction://hlinksldjump"/>
            <a:extLst>
              <a:ext uri="{FF2B5EF4-FFF2-40B4-BE49-F238E27FC236}">
                <a16:creationId xmlns:a16="http://schemas.microsoft.com/office/drawing/2014/main" id="{1BDC5F63-7457-4010-83FB-B46B6A1F6F0D}"/>
              </a:ext>
            </a:extLst>
          </p:cNvPr>
          <p:cNvSpPr/>
          <p:nvPr/>
        </p:nvSpPr>
        <p:spPr>
          <a:xfrm>
            <a:off x="2692400" y="3429000"/>
            <a:ext cx="3759200" cy="596900"/>
          </a:xfrm>
          <a:prstGeom prst="round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Settings</a:t>
            </a:r>
          </a:p>
        </p:txBody>
      </p:sp>
      <p:sp>
        <p:nvSpPr>
          <p:cNvPr id="5" name="Rectangle: Rounded Corners 4">
            <a:hlinkClick r:id="rId4" action="ppaction://hlinksldjump"/>
            <a:extLst>
              <a:ext uri="{FF2B5EF4-FFF2-40B4-BE49-F238E27FC236}">
                <a16:creationId xmlns:a16="http://schemas.microsoft.com/office/drawing/2014/main" id="{9582DC9E-E228-4C04-BF19-B8C4A88D913B}"/>
              </a:ext>
            </a:extLst>
          </p:cNvPr>
          <p:cNvSpPr/>
          <p:nvPr/>
        </p:nvSpPr>
        <p:spPr>
          <a:xfrm>
            <a:off x="2692400" y="4279901"/>
            <a:ext cx="3759200" cy="596900"/>
          </a:xfrm>
          <a:prstGeom prst="round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Credits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60A7C-30AB-4B27-9238-D4780DF938C8}"/>
              </a:ext>
            </a:extLst>
          </p:cNvPr>
          <p:cNvSpPr txBox="1"/>
          <p:nvPr/>
        </p:nvSpPr>
        <p:spPr>
          <a:xfrm>
            <a:off x="4572000" y="1566026"/>
            <a:ext cx="20720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Old English Text MT; size 50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06186A-4547-46DA-A6C5-9813350B191A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4001549" y="1506641"/>
            <a:ext cx="570451" cy="190190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29D0BD2-8AF6-4559-BD97-DEA2F4076DF6}"/>
              </a:ext>
            </a:extLst>
          </p:cNvPr>
          <p:cNvSpPr txBox="1"/>
          <p:nvPr/>
        </p:nvSpPr>
        <p:spPr>
          <a:xfrm>
            <a:off x="68510" y="2252077"/>
            <a:ext cx="21881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Linear gradient purple to dark blue</a:t>
            </a:r>
          </a:p>
        </p:txBody>
      </p:sp>
    </p:spTree>
    <p:extLst>
      <p:ext uri="{BB962C8B-B14F-4D97-AF65-F5344CB8AC3E}">
        <p14:creationId xmlns:p14="http://schemas.microsoft.com/office/powerpoint/2010/main" val="30776736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07C622-164D-41DF-9578-DE8FBDDE3F47}"/>
              </a:ext>
            </a:extLst>
          </p:cNvPr>
          <p:cNvSpPr txBox="1"/>
          <p:nvPr/>
        </p:nvSpPr>
        <p:spPr>
          <a:xfrm>
            <a:off x="1212850" y="736600"/>
            <a:ext cx="67183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0" dirty="0">
                <a:solidFill>
                  <a:schemeClr val="bg1"/>
                </a:solidFill>
                <a:latin typeface="Old English Text MT" panose="03040902040508030806" pitchFamily="66" charset="0"/>
              </a:rPr>
              <a:t>Settings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C9668B-9D7B-4D02-9B26-680201DD941D}"/>
              </a:ext>
            </a:extLst>
          </p:cNvPr>
          <p:cNvSpPr txBox="1"/>
          <p:nvPr/>
        </p:nvSpPr>
        <p:spPr>
          <a:xfrm>
            <a:off x="990599" y="1968500"/>
            <a:ext cx="4405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Grimoire:</a:t>
            </a:r>
          </a:p>
          <a:p>
            <a:r>
              <a:rPr lang="en-GB" dirty="0">
                <a:solidFill>
                  <a:schemeClr val="bg1"/>
                </a:solidFill>
              </a:rPr>
              <a:t>	Background Colour:</a:t>
            </a:r>
            <a:r>
              <a:rPr lang="en-GB" dirty="0"/>
              <a:t> </a:t>
            </a:r>
            <a:r>
              <a:rPr lang="en-GB" dirty="0">
                <a:solidFill>
                  <a:schemeClr val="bg1"/>
                </a:solidFill>
                <a:highlight>
                  <a:srgbClr val="2E75B6"/>
                </a:highlight>
              </a:rPr>
              <a:t>#2E75B6</a:t>
            </a:r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	Restricted Mode:</a:t>
            </a:r>
          </a:p>
          <a:p>
            <a:r>
              <a:rPr lang="en-GB" dirty="0">
                <a:solidFill>
                  <a:schemeClr val="bg1"/>
                </a:solidFill>
              </a:rPr>
              <a:t>		Collapse Reminders: yes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Language: English (currently only option)</a:t>
            </a:r>
          </a:p>
        </p:txBody>
      </p:sp>
      <p:pic>
        <p:nvPicPr>
          <p:cNvPr id="5" name="Graphic 4" descr="Home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DB592737-D65B-4C5A-B861-6C677969DA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600" y="0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7098E5-1683-4118-9BA8-093A31F22FC7}"/>
              </a:ext>
            </a:extLst>
          </p:cNvPr>
          <p:cNvSpPr txBox="1"/>
          <p:nvPr/>
        </p:nvSpPr>
        <p:spPr>
          <a:xfrm>
            <a:off x="4865614" y="2446870"/>
            <a:ext cx="20720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Colour picker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74530D1-75A9-4A29-9D55-61F4A763D932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4295163" y="2387485"/>
            <a:ext cx="570451" cy="190190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F6BE96A-EC8B-4B1D-82F7-BA57758480B2}"/>
              </a:ext>
            </a:extLst>
          </p:cNvPr>
          <p:cNvSpPr txBox="1"/>
          <p:nvPr/>
        </p:nvSpPr>
        <p:spPr>
          <a:xfrm>
            <a:off x="4865614" y="3123006"/>
            <a:ext cx="20720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Toggle switch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8F84E09-96B6-471C-A11D-A177B8C96327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4295163" y="3063621"/>
            <a:ext cx="570451" cy="190190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EBC8388-1726-48A3-8280-B0FD1B15D041}"/>
              </a:ext>
            </a:extLst>
          </p:cNvPr>
          <p:cNvSpPr txBox="1"/>
          <p:nvPr/>
        </p:nvSpPr>
        <p:spPr>
          <a:xfrm>
            <a:off x="3179427" y="3816357"/>
            <a:ext cx="20720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Drop-down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312A87-5B38-4FD4-B921-F742880FFEA9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2608976" y="3756972"/>
            <a:ext cx="570451" cy="190190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31438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36FA76-D9D0-4D2B-A81E-32FC0C1F20C4}"/>
              </a:ext>
            </a:extLst>
          </p:cNvPr>
          <p:cNvSpPr txBox="1"/>
          <p:nvPr/>
        </p:nvSpPr>
        <p:spPr>
          <a:xfrm>
            <a:off x="1212850" y="736600"/>
            <a:ext cx="67183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0" dirty="0">
                <a:solidFill>
                  <a:schemeClr val="bg1"/>
                </a:solidFill>
                <a:latin typeface="Old English Text MT" panose="03040902040508030806" pitchFamily="66" charset="0"/>
              </a:rPr>
              <a:t>Credits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A6CA24-C52E-471E-838E-74CB16583175}"/>
              </a:ext>
            </a:extLst>
          </p:cNvPr>
          <p:cNvSpPr txBox="1"/>
          <p:nvPr/>
        </p:nvSpPr>
        <p:spPr>
          <a:xfrm>
            <a:off x="1212850" y="1674674"/>
            <a:ext cx="67183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This application is not affiliated with The Pandemonium Institute.</a:t>
            </a:r>
          </a:p>
          <a:p>
            <a:r>
              <a:rPr lang="en-GB" dirty="0">
                <a:solidFill>
                  <a:schemeClr val="bg1"/>
                </a:solidFill>
              </a:rPr>
              <a:t>All roles and characters are the property of Steven Medway and The Pandemonium Institute.</a:t>
            </a:r>
          </a:p>
          <a:p>
            <a:r>
              <a:rPr lang="en-GB" dirty="0">
                <a:solidFill>
                  <a:schemeClr val="bg1"/>
                </a:solidFill>
              </a:rPr>
              <a:t>Blood on the Clocktower is a trademark of Steven Medway and The Pandemonium Institute.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Character Icons are from </a:t>
            </a:r>
            <a:r>
              <a:rPr lang="en-GB" sz="1800" kern="0" dirty="0" err="1">
                <a:solidFill>
                  <a:schemeClr val="bg1"/>
                </a:solidFill>
                <a:effectLst/>
                <a:latin typeface="Aptos"/>
                <a:ea typeface="Times New Roman" panose="02020603050405020304" pitchFamily="18" charset="0"/>
                <a:cs typeface="Times New Roman" panose="02020603050405020304" pitchFamily="18" charset="0"/>
              </a:rPr>
              <a:t>Tomozbot's</a:t>
            </a:r>
            <a:r>
              <a:rPr lang="en-GB" sz="1800" kern="0" dirty="0">
                <a:solidFill>
                  <a:schemeClr val="bg1"/>
                </a:solidFill>
                <a:effectLst/>
                <a:latin typeface="Aptos"/>
                <a:ea typeface="Times New Roman" panose="02020603050405020304" pitchFamily="18" charset="0"/>
                <a:cs typeface="Times New Roman" panose="02020603050405020304" pitchFamily="18" charset="0"/>
              </a:rPr>
              <a:t> botc-icons on </a:t>
            </a:r>
            <a:r>
              <a:rPr lang="en-GB" dirty="0">
                <a:solidFill>
                  <a:schemeClr val="bg1"/>
                </a:solidFill>
                <a:hlinkClick r:id="rId2"/>
              </a:rPr>
              <a:t>GitHub</a:t>
            </a:r>
            <a:r>
              <a:rPr lang="en-GB" kern="0" dirty="0">
                <a:solidFill>
                  <a:schemeClr val="bg1"/>
                </a:solidFill>
                <a:latin typeface="Aptos"/>
                <a:cs typeface="Times New Roman" panose="02020603050405020304" pitchFamily="18" charset="0"/>
              </a:rPr>
              <a:t>.</a:t>
            </a:r>
          </a:p>
          <a:p>
            <a:endParaRPr lang="en-GB" kern="0" dirty="0">
              <a:solidFill>
                <a:schemeClr val="bg1"/>
              </a:solidFill>
              <a:latin typeface="Aptos"/>
              <a:cs typeface="Times New Roman" panose="02020603050405020304" pitchFamily="18" charset="0"/>
            </a:endParaRPr>
          </a:p>
          <a:p>
            <a:r>
              <a:rPr lang="en-GB" sz="1800" dirty="0">
                <a:solidFill>
                  <a:schemeClr val="bg1"/>
                </a:solidFill>
                <a:effectLst/>
                <a:latin typeface="Aptos"/>
                <a:ea typeface="Times New Roman" panose="02020603050405020304" pitchFamily="18" charset="0"/>
                <a:cs typeface="Times New Roman" panose="02020603050405020304" pitchFamily="18" charset="0"/>
              </a:rPr>
              <a:t>Papyrus font provided by </a:t>
            </a:r>
            <a:r>
              <a:rPr lang="en-GB" dirty="0">
                <a:solidFill>
                  <a:schemeClr val="bg1"/>
                </a:solidFill>
                <a:hlinkClick r:id="rId3"/>
              </a:rPr>
              <a:t>befonts.com</a:t>
            </a:r>
            <a:r>
              <a:rPr lang="en-GB" sz="1800" dirty="0">
                <a:solidFill>
                  <a:schemeClr val="bg1"/>
                </a:solidFill>
                <a:effectLst/>
                <a:latin typeface="Aptos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4" name="Graphic 3" descr="Home with solid fill">
            <a:hlinkClick r:id="rId4" action="ppaction://hlinksldjump"/>
            <a:extLst>
              <a:ext uri="{FF2B5EF4-FFF2-40B4-BE49-F238E27FC236}">
                <a16:creationId xmlns:a16="http://schemas.microsoft.com/office/drawing/2014/main" id="{4E880AB7-4F70-4251-91DA-9B276773C5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0" y="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2237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4887A2-18B4-4246-9A8E-E5F3FC4069A3}"/>
              </a:ext>
            </a:extLst>
          </p:cNvPr>
          <p:cNvSpPr txBox="1"/>
          <p:nvPr/>
        </p:nvSpPr>
        <p:spPr>
          <a:xfrm>
            <a:off x="1212850" y="736600"/>
            <a:ext cx="67183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0" dirty="0">
                <a:solidFill>
                  <a:schemeClr val="bg1"/>
                </a:solidFill>
                <a:latin typeface="Old English Text MT" panose="03040902040508030806" pitchFamily="66" charset="0"/>
              </a:rPr>
              <a:t>Setup Grimoire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C82A86D-415C-4C7E-8EC4-EF764C9F4503}"/>
              </a:ext>
            </a:extLst>
          </p:cNvPr>
          <p:cNvSpPr/>
          <p:nvPr/>
        </p:nvSpPr>
        <p:spPr>
          <a:xfrm>
            <a:off x="1728133" y="1752753"/>
            <a:ext cx="2088858" cy="578841"/>
          </a:xfrm>
          <a:prstGeom prst="round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Player Count: 8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D1C5F6-28AB-412B-819C-2D5A2E2F4D5F}"/>
              </a:ext>
            </a:extLst>
          </p:cNvPr>
          <p:cNvSpPr/>
          <p:nvPr/>
        </p:nvSpPr>
        <p:spPr>
          <a:xfrm>
            <a:off x="4169328" y="1752754"/>
            <a:ext cx="2895601" cy="578841"/>
          </a:xfrm>
          <a:prstGeom prst="round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Script: Trouble Brewing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EB3A1E-1E83-4E5E-8C9C-A0ED692C10B0}"/>
              </a:ext>
            </a:extLst>
          </p:cNvPr>
          <p:cNvSpPr txBox="1"/>
          <p:nvPr/>
        </p:nvSpPr>
        <p:spPr>
          <a:xfrm>
            <a:off x="7247446" y="1056777"/>
            <a:ext cx="2072081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Drop-down menu:</a:t>
            </a:r>
          </a:p>
          <a:p>
            <a:pPr marL="171450" indent="-171450">
              <a:buFontTx/>
              <a:buChar char="-"/>
            </a:pPr>
            <a:r>
              <a:rPr lang="en-GB" sz="1100" dirty="0">
                <a:solidFill>
                  <a:schemeClr val="bg1"/>
                </a:solidFill>
              </a:rPr>
              <a:t>Trouble Brewing</a:t>
            </a:r>
          </a:p>
          <a:p>
            <a:pPr marL="171450" indent="-171450">
              <a:buFontTx/>
              <a:buChar char="-"/>
            </a:pPr>
            <a:r>
              <a:rPr lang="en-GB" sz="1100" dirty="0">
                <a:solidFill>
                  <a:schemeClr val="bg1"/>
                </a:solidFill>
              </a:rPr>
              <a:t>Bad Moon rising</a:t>
            </a:r>
          </a:p>
          <a:p>
            <a:pPr marL="171450" indent="-171450">
              <a:buFontTx/>
              <a:buChar char="-"/>
            </a:pPr>
            <a:r>
              <a:rPr lang="en-GB" sz="1100" dirty="0">
                <a:solidFill>
                  <a:schemeClr val="bg1"/>
                </a:solidFill>
              </a:rPr>
              <a:t>Sects and Violets</a:t>
            </a:r>
          </a:p>
          <a:p>
            <a:pPr marL="171450" indent="-171450">
              <a:buFontTx/>
              <a:buChar char="-"/>
            </a:pPr>
            <a:r>
              <a:rPr lang="en-GB" sz="1100" dirty="0">
                <a:solidFill>
                  <a:schemeClr val="bg1"/>
                </a:solidFill>
              </a:rPr>
              <a:t>Custom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7CDCD8A-CF45-4AB8-B3B7-46F7DBAA41A1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6774180" y="1526137"/>
            <a:ext cx="473266" cy="157490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13A675B-937D-4438-8AB5-49868C7AEDE1}"/>
              </a:ext>
            </a:extLst>
          </p:cNvPr>
          <p:cNvSpPr/>
          <p:nvPr/>
        </p:nvSpPr>
        <p:spPr>
          <a:xfrm>
            <a:off x="1728133" y="2665913"/>
            <a:ext cx="2895601" cy="578841"/>
          </a:xfrm>
          <a:prstGeom prst="round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Grimoire Layout: Oval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D5D3477-3CAB-4841-B68C-69085143DDBB}"/>
              </a:ext>
            </a:extLst>
          </p:cNvPr>
          <p:cNvCxnSpPr>
            <a:cxnSpLocks/>
          </p:cNvCxnSpPr>
          <p:nvPr/>
        </p:nvCxnSpPr>
        <p:spPr>
          <a:xfrm>
            <a:off x="3816991" y="2200790"/>
            <a:ext cx="352337" cy="1"/>
          </a:xfrm>
          <a:prstGeom prst="straightConnector1">
            <a:avLst/>
          </a:prstGeom>
          <a:ln w="19050"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960FA15-BBD1-4569-B21D-662E1F321516}"/>
              </a:ext>
            </a:extLst>
          </p:cNvPr>
          <p:cNvCxnSpPr>
            <a:cxnSpLocks/>
          </p:cNvCxnSpPr>
          <p:nvPr/>
        </p:nvCxnSpPr>
        <p:spPr>
          <a:xfrm flipV="1">
            <a:off x="3624263" y="2331595"/>
            <a:ext cx="0" cy="334317"/>
          </a:xfrm>
          <a:prstGeom prst="straightConnector1">
            <a:avLst/>
          </a:prstGeom>
          <a:ln w="19050"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24312B4-04D6-4D82-9274-2FF5B5C4764B}"/>
              </a:ext>
            </a:extLst>
          </p:cNvPr>
          <p:cNvSpPr txBox="1"/>
          <p:nvPr/>
        </p:nvSpPr>
        <p:spPr>
          <a:xfrm>
            <a:off x="3676058" y="2295789"/>
            <a:ext cx="10086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Same distance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ADA32E-D2E0-4E52-9500-88E723D1D43B}"/>
              </a:ext>
            </a:extLst>
          </p:cNvPr>
          <p:cNvSpPr txBox="1"/>
          <p:nvPr/>
        </p:nvSpPr>
        <p:spPr>
          <a:xfrm>
            <a:off x="7521982" y="2644590"/>
            <a:ext cx="129769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Drop-down menu:</a:t>
            </a:r>
          </a:p>
          <a:p>
            <a:pPr marL="171450" indent="-171450">
              <a:buFontTx/>
              <a:buChar char="-"/>
            </a:pPr>
            <a:r>
              <a:rPr lang="en-GB" sz="1100" dirty="0">
                <a:solidFill>
                  <a:schemeClr val="bg1"/>
                </a:solidFill>
              </a:rPr>
              <a:t>Restricted</a:t>
            </a:r>
          </a:p>
          <a:p>
            <a:pPr marL="171450" indent="-171450">
              <a:buFontTx/>
              <a:buChar char="-"/>
            </a:pPr>
            <a:r>
              <a:rPr lang="en-GB" sz="1100" dirty="0">
                <a:solidFill>
                  <a:schemeClr val="bg1"/>
                </a:solidFill>
              </a:rPr>
              <a:t>Free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2C6171F-E992-4952-8F38-F2922A67A526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7010400" y="2944672"/>
            <a:ext cx="511582" cy="110948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D3CEA32-9DEF-42AE-AB3D-1AF766B58E91}"/>
              </a:ext>
            </a:extLst>
          </p:cNvPr>
          <p:cNvSpPr txBox="1"/>
          <p:nvPr/>
        </p:nvSpPr>
        <p:spPr>
          <a:xfrm>
            <a:off x="787150" y="714499"/>
            <a:ext cx="128115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Drop-down menu:</a:t>
            </a:r>
          </a:p>
          <a:p>
            <a:pPr marL="171450" indent="-171450">
              <a:buFontTx/>
              <a:buChar char="-"/>
            </a:pPr>
            <a:r>
              <a:rPr lang="en-GB" sz="1100" dirty="0">
                <a:solidFill>
                  <a:schemeClr val="bg1"/>
                </a:solidFill>
              </a:rPr>
              <a:t>5</a:t>
            </a:r>
          </a:p>
          <a:p>
            <a:pPr marL="171450" indent="-171450">
              <a:buFontTx/>
              <a:buChar char="-"/>
            </a:pPr>
            <a:r>
              <a:rPr lang="en-GB" sz="1100" dirty="0">
                <a:solidFill>
                  <a:schemeClr val="bg1"/>
                </a:solidFill>
              </a:rPr>
              <a:t>6</a:t>
            </a:r>
          </a:p>
          <a:p>
            <a:pPr marL="171450" indent="-171450">
              <a:buFontTx/>
              <a:buChar char="-"/>
            </a:pPr>
            <a:r>
              <a:rPr lang="en-GB" sz="1100" dirty="0">
                <a:solidFill>
                  <a:schemeClr val="bg1"/>
                </a:solidFill>
              </a:rPr>
              <a:t>…</a:t>
            </a:r>
          </a:p>
          <a:p>
            <a:pPr marL="171450" indent="-171450">
              <a:buFontTx/>
              <a:buChar char="-"/>
            </a:pPr>
            <a:r>
              <a:rPr lang="en-GB" sz="1100" dirty="0">
                <a:solidFill>
                  <a:schemeClr val="bg1"/>
                </a:solidFill>
              </a:rPr>
              <a:t>14</a:t>
            </a:r>
          </a:p>
          <a:p>
            <a:pPr marL="171450" indent="-171450">
              <a:buFontTx/>
              <a:buChar char="-"/>
            </a:pPr>
            <a:r>
              <a:rPr lang="en-GB" sz="1100" dirty="0">
                <a:solidFill>
                  <a:schemeClr val="bg1"/>
                </a:solidFill>
              </a:rPr>
              <a:t>15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C2BD984-B3CA-455F-9E69-D7BCCD5ADED0}"/>
              </a:ext>
            </a:extLst>
          </p:cNvPr>
          <p:cNvCxnSpPr>
            <a:cxnSpLocks/>
          </p:cNvCxnSpPr>
          <p:nvPr/>
        </p:nvCxnSpPr>
        <p:spPr>
          <a:xfrm>
            <a:off x="1297043" y="1268497"/>
            <a:ext cx="431090" cy="484256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3DEDFA5-23D7-4AAC-A1FC-3D4B4645B831}"/>
              </a:ext>
            </a:extLst>
          </p:cNvPr>
          <p:cNvSpPr/>
          <p:nvPr/>
        </p:nvSpPr>
        <p:spPr>
          <a:xfrm>
            <a:off x="4851210" y="2665913"/>
            <a:ext cx="2088858" cy="578841"/>
          </a:xfrm>
          <a:prstGeom prst="round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Mode: Restricted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B2E17D-C0F4-457F-B687-30B99C299A90}"/>
              </a:ext>
            </a:extLst>
          </p:cNvPr>
          <p:cNvSpPr txBox="1"/>
          <p:nvPr/>
        </p:nvSpPr>
        <p:spPr>
          <a:xfrm>
            <a:off x="709702" y="3353268"/>
            <a:ext cx="129769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Drop-down menu:</a:t>
            </a:r>
          </a:p>
          <a:p>
            <a:pPr marL="171450" indent="-171450">
              <a:buFontTx/>
              <a:buChar char="-"/>
            </a:pPr>
            <a:r>
              <a:rPr lang="en-GB" sz="1100" dirty="0">
                <a:solidFill>
                  <a:schemeClr val="bg1"/>
                </a:solidFill>
              </a:rPr>
              <a:t>Oval</a:t>
            </a:r>
          </a:p>
          <a:p>
            <a:pPr marL="171450" indent="-171450">
              <a:buFontTx/>
              <a:buChar char="-"/>
            </a:pPr>
            <a:r>
              <a:rPr lang="en-GB" sz="1100" dirty="0">
                <a:solidFill>
                  <a:schemeClr val="bg1"/>
                </a:solidFill>
              </a:rPr>
              <a:t>Circle</a:t>
            </a:r>
          </a:p>
          <a:p>
            <a:pPr marL="171450" indent="-171450">
              <a:buFontTx/>
              <a:buChar char="-"/>
            </a:pPr>
            <a:r>
              <a:rPr lang="en-GB" sz="1100" dirty="0">
                <a:solidFill>
                  <a:schemeClr val="bg1"/>
                </a:solidFill>
              </a:rPr>
              <a:t>Square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436F231-9909-415A-982B-4B06FB3F4614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1091303" y="2955334"/>
            <a:ext cx="636830" cy="386582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hlinkClick r:id="rId2" action="ppaction://hlinksldjump"/>
            <a:extLst>
              <a:ext uri="{FF2B5EF4-FFF2-40B4-BE49-F238E27FC236}">
                <a16:creationId xmlns:a16="http://schemas.microsoft.com/office/drawing/2014/main" id="{87AF01F0-002A-4714-A4E1-E351D4BD2478}"/>
              </a:ext>
            </a:extLst>
          </p:cNvPr>
          <p:cNvSpPr/>
          <p:nvPr/>
        </p:nvSpPr>
        <p:spPr>
          <a:xfrm>
            <a:off x="3133779" y="4425444"/>
            <a:ext cx="2979909" cy="578841"/>
          </a:xfrm>
          <a:prstGeom prst="round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/>
              <a:t>Character Selection</a:t>
            </a:r>
          </a:p>
        </p:txBody>
      </p:sp>
      <p:pic>
        <p:nvPicPr>
          <p:cNvPr id="45" name="Graphic 44" descr="Home with solid fill">
            <a:hlinkClick r:id="rId3" action="ppaction://hlinksldjump"/>
            <a:extLst>
              <a:ext uri="{FF2B5EF4-FFF2-40B4-BE49-F238E27FC236}">
                <a16:creationId xmlns:a16="http://schemas.microsoft.com/office/drawing/2014/main" id="{91A5437B-4760-4D26-ABD6-4E1E32BA6D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29600" y="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796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07C622-164D-41DF-9578-DE8FBDDE3F47}"/>
              </a:ext>
            </a:extLst>
          </p:cNvPr>
          <p:cNvSpPr txBox="1"/>
          <p:nvPr/>
        </p:nvSpPr>
        <p:spPr>
          <a:xfrm>
            <a:off x="1212850" y="736600"/>
            <a:ext cx="67183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0" dirty="0">
                <a:solidFill>
                  <a:schemeClr val="bg1"/>
                </a:solidFill>
                <a:latin typeface="Old English Text MT" panose="03040902040508030806" pitchFamily="66" charset="0"/>
              </a:rPr>
              <a:t>Character Selection</a:t>
            </a:r>
          </a:p>
        </p:txBody>
      </p:sp>
      <p:pic>
        <p:nvPicPr>
          <p:cNvPr id="5" name="Graphic 4" descr="Home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DB592737-D65B-4C5A-B861-6C677969DA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600" y="0"/>
            <a:ext cx="914400" cy="9144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56B0FA0-F467-469F-8244-D69554F9F535}"/>
              </a:ext>
            </a:extLst>
          </p:cNvPr>
          <p:cNvGrpSpPr/>
          <p:nvPr/>
        </p:nvGrpSpPr>
        <p:grpSpPr>
          <a:xfrm>
            <a:off x="7193997" y="1788438"/>
            <a:ext cx="900000" cy="900000"/>
            <a:chOff x="5248094" y="546434"/>
            <a:chExt cx="1440000" cy="144000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439328B-A39C-4261-863F-E5428D9DED38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5"/>
              <a:srcRect/>
              <a:stretch>
                <a:fillRect/>
              </a:stretch>
            </a:blipFill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0438A37-BAD7-4998-AE33-0A54C78336C3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DA61804-0ADC-4040-8E76-A770A2705870}"/>
              </a:ext>
            </a:extLst>
          </p:cNvPr>
          <p:cNvGrpSpPr/>
          <p:nvPr/>
        </p:nvGrpSpPr>
        <p:grpSpPr>
          <a:xfrm>
            <a:off x="891477" y="1788438"/>
            <a:ext cx="900000" cy="900000"/>
            <a:chOff x="3261301" y="664004"/>
            <a:chExt cx="1440000" cy="144000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F8BC0A3-57BB-46A0-90EF-A637FDADDB21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8BA38F8-7C53-45A3-BE5B-8B37F828E449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62F62A1-999F-4D5E-93B2-DAA809B32552}"/>
              </a:ext>
            </a:extLst>
          </p:cNvPr>
          <p:cNvGrpSpPr/>
          <p:nvPr/>
        </p:nvGrpSpPr>
        <p:grpSpPr>
          <a:xfrm>
            <a:off x="889433" y="4521108"/>
            <a:ext cx="900000" cy="900000"/>
            <a:chOff x="1731121" y="1976412"/>
            <a:chExt cx="1440000" cy="1440000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DCC2D71-0D1A-4A6A-85CB-66F05A3C9060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997792D-4361-441F-B63C-D7F027216B72}"/>
                </a:ext>
              </a:extLst>
            </p:cNvPr>
            <p:cNvSpPr txBox="1"/>
            <p:nvPr/>
          </p:nvSpPr>
          <p:spPr>
            <a:xfrm>
              <a:off x="1821300" y="2066412"/>
              <a:ext cx="1259642" cy="126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477B8E9-6ECE-44F1-9334-13C5B11D6733}"/>
              </a:ext>
            </a:extLst>
          </p:cNvPr>
          <p:cNvGrpSpPr/>
          <p:nvPr/>
        </p:nvGrpSpPr>
        <p:grpSpPr>
          <a:xfrm>
            <a:off x="889433" y="5431998"/>
            <a:ext cx="900000" cy="900000"/>
            <a:chOff x="6656606" y="2014004"/>
            <a:chExt cx="1440000" cy="1440000"/>
          </a:xfrm>
          <a:effectLst/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8B8C38C8-C965-45FD-A8C0-C77A6E80450C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DD9DF73-CCD2-4ED0-96B2-DED6676F7AB7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Imp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510CAF4-DC76-4FE8-A1BF-E7793CC1935F}"/>
              </a:ext>
            </a:extLst>
          </p:cNvPr>
          <p:cNvGrpSpPr/>
          <p:nvPr/>
        </p:nvGrpSpPr>
        <p:grpSpPr>
          <a:xfrm>
            <a:off x="5393277" y="1788438"/>
            <a:ext cx="900000" cy="90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5BA5459-EE43-4B21-B154-38EEBBAAF21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22F83A7-EC52-4974-B3EC-A03A0D79E39D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F28D970-D267-42BE-B58F-3A723F12D6E5}"/>
              </a:ext>
            </a:extLst>
          </p:cNvPr>
          <p:cNvGrpSpPr/>
          <p:nvPr/>
        </p:nvGrpSpPr>
        <p:grpSpPr>
          <a:xfrm>
            <a:off x="1791837" y="1788438"/>
            <a:ext cx="900000" cy="900000"/>
            <a:chOff x="4151932" y="4348169"/>
            <a:chExt cx="1440000" cy="1440000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0769763-4886-4032-B80B-C3666D0633F9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5D15870-430D-4DE3-B03F-8916768B1199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45255A4-EB88-460E-AF37-9EB70E414A83}"/>
              </a:ext>
            </a:extLst>
          </p:cNvPr>
          <p:cNvGrpSpPr/>
          <p:nvPr/>
        </p:nvGrpSpPr>
        <p:grpSpPr>
          <a:xfrm>
            <a:off x="983756" y="2791607"/>
            <a:ext cx="720000" cy="72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D9CC7A3-67B1-4C65-8C9A-040E5C289402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5C8C3FF-1B3D-43F9-98D7-6867F4BA4BE5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Virgin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02D1C55-5483-4EF6-87F3-96A73CC0F6C1}"/>
              </a:ext>
            </a:extLst>
          </p:cNvPr>
          <p:cNvGrpSpPr/>
          <p:nvPr/>
        </p:nvGrpSpPr>
        <p:grpSpPr>
          <a:xfrm>
            <a:off x="3684836" y="3702526"/>
            <a:ext cx="720000" cy="720000"/>
            <a:chOff x="3413701" y="2292868"/>
            <a:chExt cx="1440000" cy="1440000"/>
          </a:xfrm>
        </p:grpSpPr>
        <p:sp>
          <p:nvSpPr>
            <p:cNvPr id="28" name="Oval 27">
              <a:hlinkClick r:id="rId12" action="ppaction://hlinksldjump"/>
              <a:extLst>
                <a:ext uri="{FF2B5EF4-FFF2-40B4-BE49-F238E27FC236}">
                  <a16:creationId xmlns:a16="http://schemas.microsoft.com/office/drawing/2014/main" id="{BEA37E9D-B654-4EC0-83AE-48C4A3CBCAC5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369190C-CA2E-47C2-A9A9-FC3267844815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AF56493-08E5-466E-8359-CAD0E22A4152}"/>
              </a:ext>
            </a:extLst>
          </p:cNvPr>
          <p:cNvGrpSpPr/>
          <p:nvPr/>
        </p:nvGrpSpPr>
        <p:grpSpPr>
          <a:xfrm>
            <a:off x="2784476" y="1882134"/>
            <a:ext cx="720000" cy="720000"/>
            <a:chOff x="5248094" y="546434"/>
            <a:chExt cx="1440000" cy="14400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E7A15CE-3419-4B03-A54A-86B7EEAB838E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014AC88-1BEC-4D60-9D4E-FF28B452C661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Investigator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1782FEA-DC4C-40C1-AE6A-A72C7FAF826C}"/>
              </a:ext>
            </a:extLst>
          </p:cNvPr>
          <p:cNvGrpSpPr/>
          <p:nvPr/>
        </p:nvGrpSpPr>
        <p:grpSpPr>
          <a:xfrm>
            <a:off x="3684836" y="1880717"/>
            <a:ext cx="720000" cy="720000"/>
            <a:chOff x="5248094" y="546434"/>
            <a:chExt cx="1440000" cy="1440000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31329FD-AB1A-4229-AA46-0672EAC5BD8C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D49EA37-8C1F-4DC5-846E-F7B873F866C5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Chef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E6907CD-E706-44B6-BB2A-61E4DCEBBB40}"/>
              </a:ext>
            </a:extLst>
          </p:cNvPr>
          <p:cNvGrpSpPr/>
          <p:nvPr/>
        </p:nvGrpSpPr>
        <p:grpSpPr>
          <a:xfrm>
            <a:off x="4585196" y="1880717"/>
            <a:ext cx="720000" cy="720000"/>
            <a:chOff x="5248094" y="546434"/>
            <a:chExt cx="1440000" cy="144000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AC54BEF-FB64-4D92-A24D-5C2961DEC4B2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FEBB0DB-849B-49EC-90E6-8093C40FFD2F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Empath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FBD7159-0063-4694-B3A8-0A90692D2B56}"/>
              </a:ext>
            </a:extLst>
          </p:cNvPr>
          <p:cNvGrpSpPr/>
          <p:nvPr/>
        </p:nvGrpSpPr>
        <p:grpSpPr>
          <a:xfrm>
            <a:off x="6385916" y="1880717"/>
            <a:ext cx="720000" cy="720000"/>
            <a:chOff x="5248094" y="546434"/>
            <a:chExt cx="1440000" cy="1440000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A68CB54B-AD90-4A99-9BD3-F1E5A9AE28FD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899E0F7-FFB0-4E05-BF5B-ACF8597E17FD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Undertaker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81DF588-9784-431D-913E-A34469CAE3CB}"/>
              </a:ext>
            </a:extLst>
          </p:cNvPr>
          <p:cNvGrpSpPr/>
          <p:nvPr/>
        </p:nvGrpSpPr>
        <p:grpSpPr>
          <a:xfrm>
            <a:off x="8183430" y="1880717"/>
            <a:ext cx="720000" cy="720000"/>
            <a:chOff x="5248094" y="546434"/>
            <a:chExt cx="1440000" cy="1440000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C2FCD18-A04E-4DE1-AE67-0426ED4B6B47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C570F36-E83E-42C9-B094-726D04E86B59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Ravenkeeper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435FCA9-D1EE-4445-84DF-5524BA617463}"/>
              </a:ext>
            </a:extLst>
          </p:cNvPr>
          <p:cNvGrpSpPr/>
          <p:nvPr/>
        </p:nvGrpSpPr>
        <p:grpSpPr>
          <a:xfrm>
            <a:off x="1791837" y="2699328"/>
            <a:ext cx="900000" cy="900000"/>
            <a:chOff x="1918852" y="3953887"/>
            <a:chExt cx="1440000" cy="1440000"/>
          </a:xfrm>
        </p:grpSpPr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5CD630F-00C4-44A9-994B-35F6D172F3B6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545185E-593C-41EE-9C26-770E72D7FC9A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22C8538-C537-4515-953F-D70A289410A9}"/>
              </a:ext>
            </a:extLst>
          </p:cNvPr>
          <p:cNvGrpSpPr/>
          <p:nvPr/>
        </p:nvGrpSpPr>
        <p:grpSpPr>
          <a:xfrm>
            <a:off x="2784476" y="2791607"/>
            <a:ext cx="720000" cy="720000"/>
            <a:chOff x="1918852" y="3953887"/>
            <a:chExt cx="1440000" cy="1440000"/>
          </a:xfrm>
        </p:grpSpPr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7798551-86E9-472A-B0CF-AC352602742B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10CE77C-8BF6-4D2D-8C3D-CFB3E1B80BC3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Soldier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367D58F-30E1-45B0-87DC-72524731F1A3}"/>
              </a:ext>
            </a:extLst>
          </p:cNvPr>
          <p:cNvGrpSpPr/>
          <p:nvPr/>
        </p:nvGrpSpPr>
        <p:grpSpPr>
          <a:xfrm>
            <a:off x="3684836" y="2791607"/>
            <a:ext cx="720000" cy="720000"/>
            <a:chOff x="1918852" y="3953887"/>
            <a:chExt cx="1440000" cy="1440000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8238BE1-26B8-4C4E-82F6-76ADF8AEC31F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C9AC7F5-2422-45E3-B420-11A3701B72E7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Mayor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9A209AD-94D6-4720-8EED-8D305DAB531A}"/>
              </a:ext>
            </a:extLst>
          </p:cNvPr>
          <p:cNvGrpSpPr/>
          <p:nvPr/>
        </p:nvGrpSpPr>
        <p:grpSpPr>
          <a:xfrm>
            <a:off x="981712" y="3702497"/>
            <a:ext cx="720000" cy="720000"/>
            <a:chOff x="3413701" y="2292868"/>
            <a:chExt cx="1440000" cy="1440000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17971E1-5245-4A49-ADDE-0BB5ED142C20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CE06F8D-E619-4F12-86EE-EBAB5CE05501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Butler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CC17EC03-5598-4B97-9EE5-A636F9A405FE}"/>
              </a:ext>
            </a:extLst>
          </p:cNvPr>
          <p:cNvGrpSpPr/>
          <p:nvPr/>
        </p:nvGrpSpPr>
        <p:grpSpPr>
          <a:xfrm>
            <a:off x="1884116" y="3702497"/>
            <a:ext cx="720000" cy="720000"/>
            <a:chOff x="3413701" y="2292868"/>
            <a:chExt cx="1440000" cy="1440000"/>
          </a:xfrm>
        </p:grpSpPr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50B889CD-F4CD-4B5E-A548-1892FBC28C92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2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EED21B18-F89B-45BC-BAC9-8F6BBC14E893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Drunk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DD2F865-2E3A-427A-8955-8C5FEBA15118}"/>
              </a:ext>
            </a:extLst>
          </p:cNvPr>
          <p:cNvGrpSpPr/>
          <p:nvPr/>
        </p:nvGrpSpPr>
        <p:grpSpPr>
          <a:xfrm>
            <a:off x="2784476" y="3701080"/>
            <a:ext cx="720000" cy="720000"/>
            <a:chOff x="3413701" y="2292868"/>
            <a:chExt cx="1440000" cy="1440000"/>
          </a:xfrm>
        </p:grpSpPr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F121DDF2-1325-4AD6-A0AA-C91959C4A1AE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2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67C7774-7443-4D59-B5FC-F4F7FD7586D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Recluse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D5DB696B-1403-4C0C-9836-E82657852639}"/>
              </a:ext>
            </a:extLst>
          </p:cNvPr>
          <p:cNvGrpSpPr/>
          <p:nvPr/>
        </p:nvGrpSpPr>
        <p:grpSpPr>
          <a:xfrm>
            <a:off x="1884116" y="4613387"/>
            <a:ext cx="720000" cy="720000"/>
            <a:chOff x="1731121" y="1976412"/>
            <a:chExt cx="1440000" cy="1440000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9C756A4-1E20-4F6E-96B4-6CAB209F2E28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2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1C90C88-C3DE-4F2D-8AA4-5F0C7AFD46C9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Spy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4B01DA8-0D2F-4875-AC45-E042C9BA28B3}"/>
              </a:ext>
            </a:extLst>
          </p:cNvPr>
          <p:cNvGrpSpPr/>
          <p:nvPr/>
        </p:nvGrpSpPr>
        <p:grpSpPr>
          <a:xfrm>
            <a:off x="2786520" y="4613387"/>
            <a:ext cx="720000" cy="720000"/>
            <a:chOff x="1731121" y="1976412"/>
            <a:chExt cx="1440000" cy="1440000"/>
          </a:xfrm>
        </p:grpSpPr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1535C2F-9862-4AA7-9E09-ABDA702EF5DF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879F2CE3-9248-44BE-9D7D-C9AE7DC7F3A6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Scarlet Woman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A1D72B8-4911-47B3-90E3-DB2214460AF3}"/>
              </a:ext>
            </a:extLst>
          </p:cNvPr>
          <p:cNvGrpSpPr/>
          <p:nvPr/>
        </p:nvGrpSpPr>
        <p:grpSpPr>
          <a:xfrm>
            <a:off x="3688924" y="4613387"/>
            <a:ext cx="720000" cy="720000"/>
            <a:chOff x="1731121" y="1976412"/>
            <a:chExt cx="1440000" cy="1440000"/>
          </a:xfrm>
        </p:grpSpPr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5938572C-9FA8-488A-8CB6-76618F326850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2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5F856F4-E4F3-445F-BC00-7205A2872C23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Baron</a:t>
              </a:r>
            </a:p>
          </p:txBody>
        </p:sp>
      </p:grpSp>
      <p:sp>
        <p:nvSpPr>
          <p:cNvPr id="73" name="Oval 72">
            <a:extLst>
              <a:ext uri="{FF2B5EF4-FFF2-40B4-BE49-F238E27FC236}">
                <a16:creationId xmlns:a16="http://schemas.microsoft.com/office/drawing/2014/main" id="{3548AA7B-6A83-4807-80E9-891F694E9EDC}"/>
              </a:ext>
            </a:extLst>
          </p:cNvPr>
          <p:cNvSpPr/>
          <p:nvPr/>
        </p:nvSpPr>
        <p:spPr>
          <a:xfrm>
            <a:off x="81352" y="2396692"/>
            <a:ext cx="720000" cy="72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dirty="0"/>
              <a:t>5 / 5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23102C1F-575A-4F50-ADB7-3A36216C36E7}"/>
              </a:ext>
            </a:extLst>
          </p:cNvPr>
          <p:cNvSpPr/>
          <p:nvPr/>
        </p:nvSpPr>
        <p:spPr>
          <a:xfrm>
            <a:off x="79308" y="3711004"/>
            <a:ext cx="720000" cy="72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dirty="0"/>
              <a:t>0 / 1</a:t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081378D3-53F5-4411-9720-2573F99A0A8E}"/>
              </a:ext>
            </a:extLst>
          </p:cNvPr>
          <p:cNvSpPr/>
          <p:nvPr/>
        </p:nvSpPr>
        <p:spPr>
          <a:xfrm>
            <a:off x="79308" y="4613387"/>
            <a:ext cx="720000" cy="72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dirty="0"/>
              <a:t>1 / 1</a:t>
            </a: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CE4DC284-77C7-4604-8372-D4C78BE838E5}"/>
              </a:ext>
            </a:extLst>
          </p:cNvPr>
          <p:cNvSpPr/>
          <p:nvPr/>
        </p:nvSpPr>
        <p:spPr>
          <a:xfrm>
            <a:off x="79308" y="5569277"/>
            <a:ext cx="720000" cy="72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dirty="0"/>
              <a:t>1 / 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DFCB31D-97A6-4606-B6AE-5CD169EB6915}"/>
              </a:ext>
            </a:extLst>
          </p:cNvPr>
          <p:cNvCxnSpPr>
            <a:cxnSpLocks/>
          </p:cNvCxnSpPr>
          <p:nvPr/>
        </p:nvCxnSpPr>
        <p:spPr>
          <a:xfrm flipH="1">
            <a:off x="4040332" y="2570769"/>
            <a:ext cx="1" cy="235890"/>
          </a:xfrm>
          <a:prstGeom prst="straightConnector1">
            <a:avLst/>
          </a:prstGeom>
          <a:ln w="19050"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00E05302-0FFB-4DD4-93F0-5D46682FBFB9}"/>
              </a:ext>
            </a:extLst>
          </p:cNvPr>
          <p:cNvCxnSpPr>
            <a:cxnSpLocks/>
          </p:cNvCxnSpPr>
          <p:nvPr/>
        </p:nvCxnSpPr>
        <p:spPr>
          <a:xfrm rot="5400000" flipH="1">
            <a:off x="4490952" y="2126668"/>
            <a:ext cx="1" cy="235890"/>
          </a:xfrm>
          <a:prstGeom prst="straightConnector1">
            <a:avLst/>
          </a:prstGeom>
          <a:ln w="19050"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6CBA2AEB-DDFB-4735-A6DE-568992D288FC}"/>
              </a:ext>
            </a:extLst>
          </p:cNvPr>
          <p:cNvSpPr txBox="1"/>
          <p:nvPr/>
        </p:nvSpPr>
        <p:spPr>
          <a:xfrm>
            <a:off x="4033342" y="2507434"/>
            <a:ext cx="10086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Same distance</a:t>
            </a: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E2C08AB3-1E3C-4345-AFDF-EC12B76D15C4}"/>
              </a:ext>
            </a:extLst>
          </p:cNvPr>
          <p:cNvSpPr/>
          <p:nvPr/>
        </p:nvSpPr>
        <p:spPr>
          <a:xfrm>
            <a:off x="5988057" y="5943875"/>
            <a:ext cx="2979909" cy="578841"/>
          </a:xfrm>
          <a:prstGeom prst="round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/>
              <a:t>Create Grimoire</a:t>
            </a:r>
          </a:p>
        </p:txBody>
      </p:sp>
    </p:spTree>
    <p:extLst>
      <p:ext uri="{BB962C8B-B14F-4D97-AF65-F5344CB8AC3E}">
        <p14:creationId xmlns:p14="http://schemas.microsoft.com/office/powerpoint/2010/main" val="36347760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07C622-164D-41DF-9578-DE8FBDDE3F47}"/>
              </a:ext>
            </a:extLst>
          </p:cNvPr>
          <p:cNvSpPr txBox="1"/>
          <p:nvPr/>
        </p:nvSpPr>
        <p:spPr>
          <a:xfrm>
            <a:off x="1212850" y="736600"/>
            <a:ext cx="67183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0" dirty="0">
                <a:solidFill>
                  <a:schemeClr val="bg1"/>
                </a:solidFill>
                <a:latin typeface="Old English Text MT" panose="03040902040508030806" pitchFamily="66" charset="0"/>
              </a:rPr>
              <a:t>Character Selection</a:t>
            </a:r>
          </a:p>
        </p:txBody>
      </p:sp>
      <p:pic>
        <p:nvPicPr>
          <p:cNvPr id="5" name="Graphic 4" descr="Home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DB592737-D65B-4C5A-B861-6C677969DA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600" y="0"/>
            <a:ext cx="914400" cy="9144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56B0FA0-F467-469F-8244-D69554F9F535}"/>
              </a:ext>
            </a:extLst>
          </p:cNvPr>
          <p:cNvGrpSpPr/>
          <p:nvPr/>
        </p:nvGrpSpPr>
        <p:grpSpPr>
          <a:xfrm>
            <a:off x="7193997" y="1788438"/>
            <a:ext cx="900000" cy="900000"/>
            <a:chOff x="5248094" y="546434"/>
            <a:chExt cx="1440000" cy="144000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439328B-A39C-4261-863F-E5428D9DED38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5"/>
              <a:srcRect/>
              <a:stretch>
                <a:fillRect/>
              </a:stretch>
            </a:blipFill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0438A37-BAD7-4998-AE33-0A54C78336C3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DA61804-0ADC-4040-8E76-A770A2705870}"/>
              </a:ext>
            </a:extLst>
          </p:cNvPr>
          <p:cNvGrpSpPr/>
          <p:nvPr/>
        </p:nvGrpSpPr>
        <p:grpSpPr>
          <a:xfrm>
            <a:off x="891477" y="1788438"/>
            <a:ext cx="900000" cy="900000"/>
            <a:chOff x="3261301" y="664004"/>
            <a:chExt cx="1440000" cy="144000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F8BC0A3-57BB-46A0-90EF-A637FDADDB21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8BA38F8-7C53-45A3-BE5B-8B37F828E449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62F62A1-999F-4D5E-93B2-DAA809B32552}"/>
              </a:ext>
            </a:extLst>
          </p:cNvPr>
          <p:cNvGrpSpPr/>
          <p:nvPr/>
        </p:nvGrpSpPr>
        <p:grpSpPr>
          <a:xfrm>
            <a:off x="889433" y="4521108"/>
            <a:ext cx="900000" cy="900000"/>
            <a:chOff x="1731121" y="1976412"/>
            <a:chExt cx="1440000" cy="1440000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DCC2D71-0D1A-4A6A-85CB-66F05A3C9060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997792D-4361-441F-B63C-D7F027216B72}"/>
                </a:ext>
              </a:extLst>
            </p:cNvPr>
            <p:cNvSpPr txBox="1"/>
            <p:nvPr/>
          </p:nvSpPr>
          <p:spPr>
            <a:xfrm>
              <a:off x="1821300" y="2066412"/>
              <a:ext cx="1259642" cy="126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477B8E9-6ECE-44F1-9334-13C5B11D6733}"/>
              </a:ext>
            </a:extLst>
          </p:cNvPr>
          <p:cNvGrpSpPr/>
          <p:nvPr/>
        </p:nvGrpSpPr>
        <p:grpSpPr>
          <a:xfrm>
            <a:off x="889433" y="5431998"/>
            <a:ext cx="900000" cy="900000"/>
            <a:chOff x="6656606" y="2014004"/>
            <a:chExt cx="1440000" cy="1440000"/>
          </a:xfrm>
          <a:effectLst/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8B8C38C8-C965-45FD-A8C0-C77A6E80450C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DD9DF73-CCD2-4ED0-96B2-DED6676F7AB7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Imp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510CAF4-DC76-4FE8-A1BF-E7793CC1935F}"/>
              </a:ext>
            </a:extLst>
          </p:cNvPr>
          <p:cNvGrpSpPr/>
          <p:nvPr/>
        </p:nvGrpSpPr>
        <p:grpSpPr>
          <a:xfrm>
            <a:off x="5393277" y="1788438"/>
            <a:ext cx="900000" cy="90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5BA5459-EE43-4B21-B154-38EEBBAAF21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22F83A7-EC52-4974-B3EC-A03A0D79E39D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F28D970-D267-42BE-B58F-3A723F12D6E5}"/>
              </a:ext>
            </a:extLst>
          </p:cNvPr>
          <p:cNvGrpSpPr/>
          <p:nvPr/>
        </p:nvGrpSpPr>
        <p:grpSpPr>
          <a:xfrm>
            <a:off x="1791837" y="1788438"/>
            <a:ext cx="900000" cy="900000"/>
            <a:chOff x="4151932" y="4348169"/>
            <a:chExt cx="1440000" cy="1440000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0769763-4886-4032-B80B-C3666D0633F9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5D15870-430D-4DE3-B03F-8916768B1199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45255A4-EB88-460E-AF37-9EB70E414A83}"/>
              </a:ext>
            </a:extLst>
          </p:cNvPr>
          <p:cNvGrpSpPr/>
          <p:nvPr/>
        </p:nvGrpSpPr>
        <p:grpSpPr>
          <a:xfrm>
            <a:off x="983756" y="2791607"/>
            <a:ext cx="720000" cy="72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D9CC7A3-67B1-4C65-8C9A-040E5C289402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5C8C3FF-1B3D-43F9-98D7-6867F4BA4BE5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Virgin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02D1C55-5483-4EF6-87F3-96A73CC0F6C1}"/>
              </a:ext>
            </a:extLst>
          </p:cNvPr>
          <p:cNvGrpSpPr/>
          <p:nvPr/>
        </p:nvGrpSpPr>
        <p:grpSpPr>
          <a:xfrm>
            <a:off x="3614986" y="3626326"/>
            <a:ext cx="900000" cy="900000"/>
            <a:chOff x="3413701" y="2292868"/>
            <a:chExt cx="1440000" cy="1440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EA37E9D-B654-4EC0-83AE-48C4A3CBCAC5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369190C-CA2E-47C2-A9A9-FC3267844815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AF56493-08E5-466E-8359-CAD0E22A4152}"/>
              </a:ext>
            </a:extLst>
          </p:cNvPr>
          <p:cNvGrpSpPr/>
          <p:nvPr/>
        </p:nvGrpSpPr>
        <p:grpSpPr>
          <a:xfrm>
            <a:off x="2784476" y="1882134"/>
            <a:ext cx="720000" cy="720000"/>
            <a:chOff x="5248094" y="546434"/>
            <a:chExt cx="1440000" cy="14400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E7A15CE-3419-4B03-A54A-86B7EEAB838E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014AC88-1BEC-4D60-9D4E-FF28B452C661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Investigator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1782FEA-DC4C-40C1-AE6A-A72C7FAF826C}"/>
              </a:ext>
            </a:extLst>
          </p:cNvPr>
          <p:cNvGrpSpPr/>
          <p:nvPr/>
        </p:nvGrpSpPr>
        <p:grpSpPr>
          <a:xfrm>
            <a:off x="3684836" y="1880717"/>
            <a:ext cx="720000" cy="720000"/>
            <a:chOff x="5248094" y="546434"/>
            <a:chExt cx="1440000" cy="1440000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31329FD-AB1A-4229-AA46-0672EAC5BD8C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D49EA37-8C1F-4DC5-846E-F7B873F866C5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Chef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E6907CD-E706-44B6-BB2A-61E4DCEBBB40}"/>
              </a:ext>
            </a:extLst>
          </p:cNvPr>
          <p:cNvGrpSpPr/>
          <p:nvPr/>
        </p:nvGrpSpPr>
        <p:grpSpPr>
          <a:xfrm>
            <a:off x="4585196" y="1880717"/>
            <a:ext cx="720000" cy="720000"/>
            <a:chOff x="5248094" y="546434"/>
            <a:chExt cx="1440000" cy="144000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AC54BEF-FB64-4D92-A24D-5C2961DEC4B2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FEBB0DB-849B-49EC-90E6-8093C40FFD2F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Empath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FBD7159-0063-4694-B3A8-0A90692D2B56}"/>
              </a:ext>
            </a:extLst>
          </p:cNvPr>
          <p:cNvGrpSpPr/>
          <p:nvPr/>
        </p:nvGrpSpPr>
        <p:grpSpPr>
          <a:xfrm>
            <a:off x="6385916" y="1880717"/>
            <a:ext cx="720000" cy="720000"/>
            <a:chOff x="5248094" y="546434"/>
            <a:chExt cx="1440000" cy="1440000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A68CB54B-AD90-4A99-9BD3-F1E5A9AE28FD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899E0F7-FFB0-4E05-BF5B-ACF8597E17FD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Undertaker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81DF588-9784-431D-913E-A34469CAE3CB}"/>
              </a:ext>
            </a:extLst>
          </p:cNvPr>
          <p:cNvGrpSpPr/>
          <p:nvPr/>
        </p:nvGrpSpPr>
        <p:grpSpPr>
          <a:xfrm>
            <a:off x="8183430" y="1880717"/>
            <a:ext cx="720000" cy="720000"/>
            <a:chOff x="5248094" y="546434"/>
            <a:chExt cx="1440000" cy="1440000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C2FCD18-A04E-4DE1-AE67-0426ED4B6B47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C570F36-E83E-42C9-B094-726D04E86B59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Ravenkeeper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435FCA9-D1EE-4445-84DF-5524BA617463}"/>
              </a:ext>
            </a:extLst>
          </p:cNvPr>
          <p:cNvGrpSpPr/>
          <p:nvPr/>
        </p:nvGrpSpPr>
        <p:grpSpPr>
          <a:xfrm>
            <a:off x="1791837" y="2699328"/>
            <a:ext cx="900000" cy="900000"/>
            <a:chOff x="1918852" y="3953887"/>
            <a:chExt cx="1440000" cy="1440000"/>
          </a:xfrm>
        </p:grpSpPr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5CD630F-00C4-44A9-994B-35F6D172F3B6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545185E-593C-41EE-9C26-770E72D7FC9A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22C8538-C537-4515-953F-D70A289410A9}"/>
              </a:ext>
            </a:extLst>
          </p:cNvPr>
          <p:cNvGrpSpPr/>
          <p:nvPr/>
        </p:nvGrpSpPr>
        <p:grpSpPr>
          <a:xfrm>
            <a:off x="2784476" y="2791607"/>
            <a:ext cx="720000" cy="720000"/>
            <a:chOff x="1918852" y="3953887"/>
            <a:chExt cx="1440000" cy="1440000"/>
          </a:xfrm>
        </p:grpSpPr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7798551-86E9-472A-B0CF-AC352602742B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10CE77C-8BF6-4D2D-8C3D-CFB3E1B80BC3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Soldier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367D58F-30E1-45B0-87DC-72524731F1A3}"/>
              </a:ext>
            </a:extLst>
          </p:cNvPr>
          <p:cNvGrpSpPr/>
          <p:nvPr/>
        </p:nvGrpSpPr>
        <p:grpSpPr>
          <a:xfrm>
            <a:off x="3684836" y="2791607"/>
            <a:ext cx="720000" cy="720000"/>
            <a:chOff x="1918852" y="3953887"/>
            <a:chExt cx="1440000" cy="1440000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8238BE1-26B8-4C4E-82F6-76ADF8AEC31F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C9AC7F5-2422-45E3-B420-11A3701B72E7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Mayor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9A209AD-94D6-4720-8EED-8D305DAB531A}"/>
              </a:ext>
            </a:extLst>
          </p:cNvPr>
          <p:cNvGrpSpPr/>
          <p:nvPr/>
        </p:nvGrpSpPr>
        <p:grpSpPr>
          <a:xfrm>
            <a:off x="981712" y="3702497"/>
            <a:ext cx="720000" cy="720000"/>
            <a:chOff x="3413701" y="2292868"/>
            <a:chExt cx="1440000" cy="1440000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17971E1-5245-4A49-ADDE-0BB5ED142C20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CE06F8D-E619-4F12-86EE-EBAB5CE05501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Butler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CC17EC03-5598-4B97-9EE5-A636F9A405FE}"/>
              </a:ext>
            </a:extLst>
          </p:cNvPr>
          <p:cNvGrpSpPr/>
          <p:nvPr/>
        </p:nvGrpSpPr>
        <p:grpSpPr>
          <a:xfrm>
            <a:off x="1884116" y="3702497"/>
            <a:ext cx="720000" cy="720000"/>
            <a:chOff x="3413701" y="2292868"/>
            <a:chExt cx="1440000" cy="1440000"/>
          </a:xfrm>
        </p:grpSpPr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50B889CD-F4CD-4B5E-A548-1892FBC28C92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2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EED21B18-F89B-45BC-BAC9-8F6BBC14E893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Drunk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DD2F865-2E3A-427A-8955-8C5FEBA15118}"/>
              </a:ext>
            </a:extLst>
          </p:cNvPr>
          <p:cNvGrpSpPr/>
          <p:nvPr/>
        </p:nvGrpSpPr>
        <p:grpSpPr>
          <a:xfrm>
            <a:off x="2784476" y="3701080"/>
            <a:ext cx="720000" cy="720000"/>
            <a:chOff x="3413701" y="2292868"/>
            <a:chExt cx="1440000" cy="1440000"/>
          </a:xfrm>
        </p:grpSpPr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F121DDF2-1325-4AD6-A0AA-C91959C4A1AE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2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67C7774-7443-4D59-B5FC-F4F7FD7586D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Recluse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D5DB696B-1403-4C0C-9836-E82657852639}"/>
              </a:ext>
            </a:extLst>
          </p:cNvPr>
          <p:cNvGrpSpPr/>
          <p:nvPr/>
        </p:nvGrpSpPr>
        <p:grpSpPr>
          <a:xfrm>
            <a:off x="1884116" y="4613387"/>
            <a:ext cx="720000" cy="720000"/>
            <a:chOff x="1731121" y="1976412"/>
            <a:chExt cx="1440000" cy="1440000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79C756A4-1E20-4F6E-96B4-6CAB209F2E28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2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1C90C88-C3DE-4F2D-8AA4-5F0C7AFD46C9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Spy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4B01DA8-0D2F-4875-AC45-E042C9BA28B3}"/>
              </a:ext>
            </a:extLst>
          </p:cNvPr>
          <p:cNvGrpSpPr/>
          <p:nvPr/>
        </p:nvGrpSpPr>
        <p:grpSpPr>
          <a:xfrm>
            <a:off x="2786520" y="4613387"/>
            <a:ext cx="720000" cy="720000"/>
            <a:chOff x="1731121" y="1976412"/>
            <a:chExt cx="1440000" cy="1440000"/>
          </a:xfrm>
        </p:grpSpPr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1535C2F-9862-4AA7-9E09-ABDA702EF5DF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2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879F2CE3-9248-44BE-9D7D-C9AE7DC7F3A6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Scarlet Woman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A1D72B8-4911-47B3-90E3-DB2214460AF3}"/>
              </a:ext>
            </a:extLst>
          </p:cNvPr>
          <p:cNvGrpSpPr/>
          <p:nvPr/>
        </p:nvGrpSpPr>
        <p:grpSpPr>
          <a:xfrm>
            <a:off x="3688924" y="4613387"/>
            <a:ext cx="720000" cy="720000"/>
            <a:chOff x="1731121" y="1976412"/>
            <a:chExt cx="1440000" cy="1440000"/>
          </a:xfrm>
        </p:grpSpPr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5938572C-9FA8-488A-8CB6-76618F326850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5F856F4-E4F3-445F-BC00-7205A2872C23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Papyrus" panose="03070502060502030205" pitchFamily="66" charset="0"/>
                </a:rPr>
                <a:t>Baron</a:t>
              </a:r>
            </a:p>
          </p:txBody>
        </p:sp>
      </p:grpSp>
      <p:sp>
        <p:nvSpPr>
          <p:cNvPr id="73" name="Oval 72">
            <a:extLst>
              <a:ext uri="{FF2B5EF4-FFF2-40B4-BE49-F238E27FC236}">
                <a16:creationId xmlns:a16="http://schemas.microsoft.com/office/drawing/2014/main" id="{3548AA7B-6A83-4807-80E9-891F694E9EDC}"/>
              </a:ext>
            </a:extLst>
          </p:cNvPr>
          <p:cNvSpPr/>
          <p:nvPr/>
        </p:nvSpPr>
        <p:spPr>
          <a:xfrm>
            <a:off x="81352" y="2396692"/>
            <a:ext cx="720000" cy="72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dirty="0"/>
              <a:t>5 / 5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23102C1F-575A-4F50-ADB7-3A36216C36E7}"/>
              </a:ext>
            </a:extLst>
          </p:cNvPr>
          <p:cNvSpPr/>
          <p:nvPr/>
        </p:nvSpPr>
        <p:spPr>
          <a:xfrm>
            <a:off x="79308" y="3711004"/>
            <a:ext cx="720000" cy="72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dirty="0"/>
              <a:t>1 / 1</a:t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081378D3-53F5-4411-9720-2573F99A0A8E}"/>
              </a:ext>
            </a:extLst>
          </p:cNvPr>
          <p:cNvSpPr/>
          <p:nvPr/>
        </p:nvSpPr>
        <p:spPr>
          <a:xfrm>
            <a:off x="79308" y="4613387"/>
            <a:ext cx="720000" cy="72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dirty="0"/>
              <a:t>1 / 1</a:t>
            </a: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CE4DC284-77C7-4604-8372-D4C78BE838E5}"/>
              </a:ext>
            </a:extLst>
          </p:cNvPr>
          <p:cNvSpPr/>
          <p:nvPr/>
        </p:nvSpPr>
        <p:spPr>
          <a:xfrm>
            <a:off x="79308" y="5569277"/>
            <a:ext cx="720000" cy="72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dirty="0"/>
              <a:t>1 / 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DFCB31D-97A6-4606-B6AE-5CD169EB6915}"/>
              </a:ext>
            </a:extLst>
          </p:cNvPr>
          <p:cNvCxnSpPr>
            <a:cxnSpLocks/>
          </p:cNvCxnSpPr>
          <p:nvPr/>
        </p:nvCxnSpPr>
        <p:spPr>
          <a:xfrm flipH="1">
            <a:off x="4040332" y="2570769"/>
            <a:ext cx="1" cy="235890"/>
          </a:xfrm>
          <a:prstGeom prst="straightConnector1">
            <a:avLst/>
          </a:prstGeom>
          <a:ln w="19050"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00E05302-0FFB-4DD4-93F0-5D46682FBFB9}"/>
              </a:ext>
            </a:extLst>
          </p:cNvPr>
          <p:cNvCxnSpPr>
            <a:cxnSpLocks/>
          </p:cNvCxnSpPr>
          <p:nvPr/>
        </p:nvCxnSpPr>
        <p:spPr>
          <a:xfrm rot="5400000" flipH="1">
            <a:off x="4490952" y="2126668"/>
            <a:ext cx="1" cy="235890"/>
          </a:xfrm>
          <a:prstGeom prst="straightConnector1">
            <a:avLst/>
          </a:prstGeom>
          <a:ln w="19050"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6CBA2AEB-DDFB-4735-A6DE-568992D288FC}"/>
              </a:ext>
            </a:extLst>
          </p:cNvPr>
          <p:cNvSpPr txBox="1"/>
          <p:nvPr/>
        </p:nvSpPr>
        <p:spPr>
          <a:xfrm>
            <a:off x="4033342" y="2507434"/>
            <a:ext cx="10086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Same distance</a:t>
            </a:r>
          </a:p>
        </p:txBody>
      </p:sp>
      <p:sp>
        <p:nvSpPr>
          <p:cNvPr id="79" name="Rectangle: Rounded Corners 78">
            <a:hlinkClick r:id="rId27" action="ppaction://hlinksldjump"/>
            <a:extLst>
              <a:ext uri="{FF2B5EF4-FFF2-40B4-BE49-F238E27FC236}">
                <a16:creationId xmlns:a16="http://schemas.microsoft.com/office/drawing/2014/main" id="{BBC53E3E-369A-4318-A770-CD692A3ECE61}"/>
              </a:ext>
            </a:extLst>
          </p:cNvPr>
          <p:cNvSpPr/>
          <p:nvPr/>
        </p:nvSpPr>
        <p:spPr>
          <a:xfrm>
            <a:off x="5988057" y="5943875"/>
            <a:ext cx="2979909" cy="578841"/>
          </a:xfrm>
          <a:prstGeom prst="round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/>
              <a:t>Create Grimoire</a:t>
            </a:r>
          </a:p>
        </p:txBody>
      </p:sp>
    </p:spTree>
    <p:extLst>
      <p:ext uri="{BB962C8B-B14F-4D97-AF65-F5344CB8AC3E}">
        <p14:creationId xmlns:p14="http://schemas.microsoft.com/office/powerpoint/2010/main" val="36028939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27E89C6F-0CEE-427F-BCEA-61DF6CFB7414}"/>
              </a:ext>
            </a:extLst>
          </p:cNvPr>
          <p:cNvGrpSpPr/>
          <p:nvPr/>
        </p:nvGrpSpPr>
        <p:grpSpPr>
          <a:xfrm>
            <a:off x="1114338" y="1591857"/>
            <a:ext cx="1440000" cy="1440000"/>
            <a:chOff x="5248094" y="546434"/>
            <a:chExt cx="1440000" cy="1440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971C4BC-1515-49A7-9E33-96D578E0AC74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32328E5-8EA8-4162-9B52-444452AFA6DB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E8B7E61-77C7-4822-9172-E88C06982F1A}"/>
              </a:ext>
            </a:extLst>
          </p:cNvPr>
          <p:cNvGrpSpPr/>
          <p:nvPr/>
        </p:nvGrpSpPr>
        <p:grpSpPr>
          <a:xfrm>
            <a:off x="4055218" y="4320582"/>
            <a:ext cx="1440000" cy="1440000"/>
            <a:chOff x="3261301" y="664004"/>
            <a:chExt cx="1440000" cy="14400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A981CA2-EDA4-44AB-8FAA-B48B329839E3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3C5F064-972C-481B-82A4-8088106138E2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92AC4C6-DFE2-466A-881E-43E169FC6493}"/>
              </a:ext>
            </a:extLst>
          </p:cNvPr>
          <p:cNvGrpSpPr/>
          <p:nvPr/>
        </p:nvGrpSpPr>
        <p:grpSpPr>
          <a:xfrm>
            <a:off x="2321819" y="415056"/>
            <a:ext cx="1440000" cy="1440000"/>
            <a:chOff x="1731121" y="1976412"/>
            <a:chExt cx="1440000" cy="1440000"/>
          </a:xfrm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8D318C92-B600-448C-999D-2031F3BF836F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E78CEFD-C4E0-41E0-9B30-DD9BDD9F1062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03783CD-E663-47B5-897D-38DA4D64D269}"/>
              </a:ext>
            </a:extLst>
          </p:cNvPr>
          <p:cNvGrpSpPr/>
          <p:nvPr/>
        </p:nvGrpSpPr>
        <p:grpSpPr>
          <a:xfrm>
            <a:off x="4031641" y="1113627"/>
            <a:ext cx="1440000" cy="1440000"/>
            <a:chOff x="6656606" y="2014004"/>
            <a:chExt cx="1440000" cy="144000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9059B4BC-EA43-496B-878C-5DDA9BE88771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B6B582E-1B8D-47CC-AFDD-F1EB467C3D33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Imp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88EFC5B-A2CB-4A40-871B-E1B5AD24E987}"/>
              </a:ext>
            </a:extLst>
          </p:cNvPr>
          <p:cNvGrpSpPr/>
          <p:nvPr/>
        </p:nvGrpSpPr>
        <p:grpSpPr>
          <a:xfrm>
            <a:off x="3942180" y="3356619"/>
            <a:ext cx="1440000" cy="1440000"/>
            <a:chOff x="6098178" y="3786107"/>
            <a:chExt cx="1440000" cy="1440000"/>
          </a:xfrm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F85F98D-938C-4A21-8EF4-CC02A9C7F3B1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309978F-97C0-4ED5-AC3C-A012E355E884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5FA1E53-429D-4329-A9AE-7ADFE428508C}"/>
              </a:ext>
            </a:extLst>
          </p:cNvPr>
          <p:cNvGrpSpPr/>
          <p:nvPr/>
        </p:nvGrpSpPr>
        <p:grpSpPr>
          <a:xfrm>
            <a:off x="2395218" y="3193966"/>
            <a:ext cx="1440000" cy="1440000"/>
            <a:chOff x="4151932" y="4348169"/>
            <a:chExt cx="1440000" cy="1440000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7FAA5261-537B-48B3-9D30-E2870F335C04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E6D2D68-8754-46F5-9140-21B8B73C2725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1872FB6-C909-45E5-BB21-5E3F7572B376}"/>
              </a:ext>
            </a:extLst>
          </p:cNvPr>
          <p:cNvGrpSpPr/>
          <p:nvPr/>
        </p:nvGrpSpPr>
        <p:grpSpPr>
          <a:xfrm>
            <a:off x="2824160" y="2078999"/>
            <a:ext cx="1440000" cy="1440000"/>
            <a:chOff x="1918852" y="3953887"/>
            <a:chExt cx="1440000" cy="1440000"/>
          </a:xfrm>
        </p:grpSpPr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50E8526-AE57-4F53-9A9A-7AD59445DFF4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C1FAF69-BE8A-4DBE-A5C8-B1E2CCD80D59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243BA83-2B43-409E-813B-725F6596A450}"/>
              </a:ext>
            </a:extLst>
          </p:cNvPr>
          <p:cNvGrpSpPr/>
          <p:nvPr/>
        </p:nvGrpSpPr>
        <p:grpSpPr>
          <a:xfrm>
            <a:off x="4280942" y="2583455"/>
            <a:ext cx="1440000" cy="1440000"/>
            <a:chOff x="3413701" y="2292868"/>
            <a:chExt cx="1440000" cy="1440000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138F6BD-3C24-48BA-81CD-DCF1FC342DB9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B2D2C99-C537-4055-AFE5-DF7C93E1F8CC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68717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Imp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75B4BA5-41FC-434A-A047-E4C1FCA23012}"/>
              </a:ext>
            </a:extLst>
          </p:cNvPr>
          <p:cNvSpPr/>
          <p:nvPr/>
        </p:nvSpPr>
        <p:spPr>
          <a:xfrm>
            <a:off x="7202007" y="-1554342"/>
            <a:ext cx="1440000" cy="45719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[Change Character]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1853824-E8FA-4988-9A94-DD6F245982CA}"/>
              </a:ext>
            </a:extLst>
          </p:cNvPr>
          <p:cNvSpPr txBox="1"/>
          <p:nvPr/>
        </p:nvSpPr>
        <p:spPr>
          <a:xfrm>
            <a:off x="4836101" y="231851"/>
            <a:ext cx="763740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Monica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B20C14-0B3A-43A3-95AA-756B4C7DA05F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Erica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B347CA0-8265-4863-B2FC-E0EA4EDBA17C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Rita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7ACF55-8DA0-4EDD-9280-453A50F216A5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Tina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B66D31-B5B6-48FB-ADD3-FDE55E175A9B}"/>
              </a:ext>
            </a:extLst>
          </p:cNvPr>
          <p:cNvSpPr txBox="1"/>
          <p:nvPr/>
        </p:nvSpPr>
        <p:spPr>
          <a:xfrm>
            <a:off x="3696250" y="5347079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Sandra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A1CBF4-42BD-4159-AD13-EE7C0CC85B5A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Mary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4278F49-DCE8-4A99-B82D-E0C6E829F000}"/>
              </a:ext>
            </a:extLst>
          </p:cNvPr>
          <p:cNvSpPr txBox="1"/>
          <p:nvPr/>
        </p:nvSpPr>
        <p:spPr>
          <a:xfrm>
            <a:off x="1005762" y="3372983"/>
            <a:ext cx="774615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Jessica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AA53DD7-402F-4AB1-811C-5821E8CB3F03}"/>
              </a:ext>
            </a:extLst>
          </p:cNvPr>
          <p:cNvSpPr txBox="1"/>
          <p:nvPr/>
        </p:nvSpPr>
        <p:spPr>
          <a:xfrm>
            <a:off x="1706793" y="1897007"/>
            <a:ext cx="747144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Mambo</a:t>
            </a:r>
          </a:p>
        </p:txBody>
      </p:sp>
      <p:pic>
        <p:nvPicPr>
          <p:cNvPr id="39" name="Graphic 38" descr="Home with solid fill">
            <a:hlinkClick r:id="rId10" action="ppaction://hlinksldjump"/>
            <a:extLst>
              <a:ext uri="{FF2B5EF4-FFF2-40B4-BE49-F238E27FC236}">
                <a16:creationId xmlns:a16="http://schemas.microsoft.com/office/drawing/2014/main" id="{55983FBA-3197-43E0-A5E0-3003059AE00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29600" y="0"/>
            <a:ext cx="914400" cy="91440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D5B0F65-2E3C-4F66-A0C8-5704E3F34D6B}"/>
              </a:ext>
            </a:extLst>
          </p:cNvPr>
          <p:cNvSpPr txBox="1"/>
          <p:nvPr/>
        </p:nvSpPr>
        <p:spPr>
          <a:xfrm>
            <a:off x="5913620" y="630519"/>
            <a:ext cx="207208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Needed to be added via hamburger menu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EAFCA23-E3A0-4097-BB78-135B6744577E}"/>
              </a:ext>
            </a:extLst>
          </p:cNvPr>
          <p:cNvCxnSpPr>
            <a:cxnSpLocks/>
            <a:stCxn id="40" idx="1"/>
          </p:cNvCxnSpPr>
          <p:nvPr/>
        </p:nvCxnSpPr>
        <p:spPr>
          <a:xfrm flipH="1" flipV="1">
            <a:off x="5343170" y="571136"/>
            <a:ext cx="570450" cy="274827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8E5E2B4-D2B1-4B3F-BEF6-FD6CA59B96F8}"/>
              </a:ext>
            </a:extLst>
          </p:cNvPr>
          <p:cNvGrpSpPr/>
          <p:nvPr/>
        </p:nvGrpSpPr>
        <p:grpSpPr>
          <a:xfrm>
            <a:off x="129592" y="143134"/>
            <a:ext cx="796926" cy="580687"/>
            <a:chOff x="133349" y="261933"/>
            <a:chExt cx="796926" cy="58068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E67C156-994F-4689-AE1C-14B912BDAFED}"/>
                </a:ext>
              </a:extLst>
            </p:cNvPr>
            <p:cNvSpPr/>
            <p:nvPr/>
          </p:nvSpPr>
          <p:spPr>
            <a:xfrm>
              <a:off x="133350" y="48400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EC1A45C-0E42-4774-895F-E5A23CB7158F}"/>
                </a:ext>
              </a:extLst>
            </p:cNvPr>
            <p:cNvSpPr/>
            <p:nvPr/>
          </p:nvSpPr>
          <p:spPr>
            <a:xfrm>
              <a:off x="133349" y="26193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A96831F-E5D1-4B1A-907F-F3152ED094BF}"/>
                </a:ext>
              </a:extLst>
            </p:cNvPr>
            <p:cNvSpPr/>
            <p:nvPr/>
          </p:nvSpPr>
          <p:spPr>
            <a:xfrm>
              <a:off x="133349" y="704121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105486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raphic 40" descr="Home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B56C78D5-FF30-4C14-95BE-7FCAC4C674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600" y="0"/>
            <a:ext cx="914400" cy="9144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5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Imp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7B2047B2-D95E-4263-AD70-6B9631BC1633}"/>
              </a:ext>
            </a:extLst>
          </p:cNvPr>
          <p:cNvSpPr/>
          <p:nvPr/>
        </p:nvSpPr>
        <p:spPr>
          <a:xfrm>
            <a:off x="7257502" y="989053"/>
            <a:ext cx="1440000" cy="1440000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  <a:hlinkClick r:id="" action="ppaction://hlinkshowjump?jump=nextslide"/>
              </a:rPr>
              <a:t>[Change Character]</a:t>
            </a:r>
            <a:endParaRPr lang="en-GB" sz="105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70286BBC-C683-4F2B-B37D-A7E030FC6DDB}"/>
              </a:ext>
            </a:extLst>
          </p:cNvPr>
          <p:cNvSpPr/>
          <p:nvPr/>
        </p:nvSpPr>
        <p:spPr>
          <a:xfrm rot="5400000">
            <a:off x="7793902" y="83882"/>
            <a:ext cx="360000" cy="1432800"/>
          </a:xfrm>
          <a:prstGeom prst="leftBrace">
            <a:avLst>
              <a:gd name="adj1" fmla="val 99500"/>
              <a:gd name="adj2" fmla="val 49215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107C08-3E8C-4452-BF5C-759E9A8626DA}"/>
              </a:ext>
            </a:extLst>
          </p:cNvPr>
          <p:cNvSpPr txBox="1"/>
          <p:nvPr/>
        </p:nvSpPr>
        <p:spPr>
          <a:xfrm>
            <a:off x="7575395" y="313672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E171A2A0-3EF4-4C8B-AF32-DF001EB70F5C}"/>
              </a:ext>
            </a:extLst>
          </p:cNvPr>
          <p:cNvGrpSpPr/>
          <p:nvPr/>
        </p:nvGrpSpPr>
        <p:grpSpPr>
          <a:xfrm>
            <a:off x="129592" y="143134"/>
            <a:ext cx="796926" cy="580687"/>
            <a:chOff x="133349" y="261933"/>
            <a:chExt cx="796926" cy="58068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9ED9C358-06F2-4AF1-BA13-2C1DE7378A0E}"/>
                </a:ext>
              </a:extLst>
            </p:cNvPr>
            <p:cNvSpPr/>
            <p:nvPr/>
          </p:nvSpPr>
          <p:spPr>
            <a:xfrm>
              <a:off x="133350" y="48400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B088B4C-094A-46C3-9CEF-53FB8AB30D91}"/>
                </a:ext>
              </a:extLst>
            </p:cNvPr>
            <p:cNvSpPr/>
            <p:nvPr/>
          </p:nvSpPr>
          <p:spPr>
            <a:xfrm>
              <a:off x="133349" y="26193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10B744D6-83D4-457A-8D2E-D44DEC099885}"/>
                </a:ext>
              </a:extLst>
            </p:cNvPr>
            <p:cNvSpPr/>
            <p:nvPr/>
          </p:nvSpPr>
          <p:spPr>
            <a:xfrm>
              <a:off x="133349" y="704121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CBD72EC-F1E9-45AC-823D-78B7948BA88F}"/>
              </a:ext>
            </a:extLst>
          </p:cNvPr>
          <p:cNvSpPr txBox="1"/>
          <p:nvPr/>
        </p:nvSpPr>
        <p:spPr>
          <a:xfrm>
            <a:off x="4836101" y="231851"/>
            <a:ext cx="763740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Monica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744CCAC-55EA-4A1C-BA04-8BB8F1BB6307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Erica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511B80-FD14-4383-82B2-043D55FDEE56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Rita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4260045-DB88-49E0-A9F1-67FE6E0D6490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Tina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7F3CFB-12E4-452F-B001-BD9A273FCF53}"/>
              </a:ext>
            </a:extLst>
          </p:cNvPr>
          <p:cNvSpPr txBox="1"/>
          <p:nvPr/>
        </p:nvSpPr>
        <p:spPr>
          <a:xfrm>
            <a:off x="3696250" y="5347079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Sandra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10781DC-4DB2-4881-9AE4-1CAFA67AE9B3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Mary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45D814E-31F8-40DB-B1CA-24707FB570EF}"/>
              </a:ext>
            </a:extLst>
          </p:cNvPr>
          <p:cNvSpPr txBox="1"/>
          <p:nvPr/>
        </p:nvSpPr>
        <p:spPr>
          <a:xfrm>
            <a:off x="1005762" y="3372983"/>
            <a:ext cx="774615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Jessica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1BC4E1F-D329-4687-9272-25D473575E12}"/>
              </a:ext>
            </a:extLst>
          </p:cNvPr>
          <p:cNvSpPr txBox="1"/>
          <p:nvPr/>
        </p:nvSpPr>
        <p:spPr>
          <a:xfrm>
            <a:off x="1706793" y="1897007"/>
            <a:ext cx="747144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Mambo</a:t>
            </a:r>
          </a:p>
        </p:txBody>
      </p:sp>
    </p:spTree>
    <p:extLst>
      <p:ext uri="{BB962C8B-B14F-4D97-AF65-F5344CB8AC3E}">
        <p14:creationId xmlns:p14="http://schemas.microsoft.com/office/powerpoint/2010/main" val="792021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0627E311-1A50-4DD4-A4F7-D34612BB21E6}"/>
              </a:ext>
            </a:extLst>
          </p:cNvPr>
          <p:cNvGrpSpPr/>
          <p:nvPr/>
        </p:nvGrpSpPr>
        <p:grpSpPr>
          <a:xfrm>
            <a:off x="129592" y="143134"/>
            <a:ext cx="796926" cy="580687"/>
            <a:chOff x="133349" y="261933"/>
            <a:chExt cx="796926" cy="580687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BE8631E5-9C10-49C3-BFBB-88B632FD7AEC}"/>
                </a:ext>
              </a:extLst>
            </p:cNvPr>
            <p:cNvSpPr/>
            <p:nvPr/>
          </p:nvSpPr>
          <p:spPr>
            <a:xfrm>
              <a:off x="133350" y="48400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91DE098D-3A60-4B34-B97C-8370DFDD2540}"/>
                </a:ext>
              </a:extLst>
            </p:cNvPr>
            <p:cNvSpPr/>
            <p:nvPr/>
          </p:nvSpPr>
          <p:spPr>
            <a:xfrm>
              <a:off x="133349" y="26193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864255F8-458C-42C7-A987-7F717CA1F229}"/>
                </a:ext>
              </a:extLst>
            </p:cNvPr>
            <p:cNvSpPr/>
            <p:nvPr/>
          </p:nvSpPr>
          <p:spPr>
            <a:xfrm>
              <a:off x="133349" y="704121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70" name="Graphic 69" descr="Home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0875D36E-7092-4C90-8630-6E2FEEE23B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600" y="0"/>
            <a:ext cx="914400" cy="9144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5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Imp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7B2047B2-D95E-4263-AD70-6B9631BC1633}"/>
              </a:ext>
            </a:extLst>
          </p:cNvPr>
          <p:cNvSpPr/>
          <p:nvPr/>
        </p:nvSpPr>
        <p:spPr>
          <a:xfrm>
            <a:off x="7257502" y="989053"/>
            <a:ext cx="1440000" cy="1440000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[Change Character]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70286BBC-C683-4F2B-B37D-A7E030FC6DDB}"/>
              </a:ext>
            </a:extLst>
          </p:cNvPr>
          <p:cNvSpPr/>
          <p:nvPr/>
        </p:nvSpPr>
        <p:spPr>
          <a:xfrm rot="5400000">
            <a:off x="7793902" y="83882"/>
            <a:ext cx="360000" cy="1432800"/>
          </a:xfrm>
          <a:prstGeom prst="leftBrace">
            <a:avLst>
              <a:gd name="adj1" fmla="val 99500"/>
              <a:gd name="adj2" fmla="val 49215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107C08-3E8C-4452-BF5C-759E9A8626DA}"/>
              </a:ext>
            </a:extLst>
          </p:cNvPr>
          <p:cNvSpPr txBox="1"/>
          <p:nvPr/>
        </p:nvSpPr>
        <p:spPr>
          <a:xfrm>
            <a:off x="7575395" y="313672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1BB57C8-DBBF-4AA2-9E79-E0431870B6C0}"/>
              </a:ext>
            </a:extLst>
          </p:cNvPr>
          <p:cNvSpPr txBox="1"/>
          <p:nvPr/>
        </p:nvSpPr>
        <p:spPr>
          <a:xfrm>
            <a:off x="4836101" y="231851"/>
            <a:ext cx="763740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Monica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D825B08-77ED-49CE-B001-5F6E41608581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Erica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8CFF89-D7DD-41D9-82BB-AAABAA34EA56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Rita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188E7F0-BCFD-4B43-8231-E7A594F7AAC1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Tina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768768D-8D93-4068-993C-6981BD2660D2}"/>
              </a:ext>
            </a:extLst>
          </p:cNvPr>
          <p:cNvSpPr txBox="1"/>
          <p:nvPr/>
        </p:nvSpPr>
        <p:spPr>
          <a:xfrm>
            <a:off x="3696250" y="5347079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Sandra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6DD7952-2B2F-45FB-9314-EC8507262165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Mary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9625F43-2A89-42E6-BE95-A7D54213A296}"/>
              </a:ext>
            </a:extLst>
          </p:cNvPr>
          <p:cNvSpPr txBox="1"/>
          <p:nvPr/>
        </p:nvSpPr>
        <p:spPr>
          <a:xfrm>
            <a:off x="1005762" y="3372983"/>
            <a:ext cx="774615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Jessica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9CF94D0-9443-41AF-99F9-5F6B028D23CB}"/>
              </a:ext>
            </a:extLst>
          </p:cNvPr>
          <p:cNvSpPr txBox="1"/>
          <p:nvPr/>
        </p:nvSpPr>
        <p:spPr>
          <a:xfrm>
            <a:off x="1706793" y="1897007"/>
            <a:ext cx="747144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Mambo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802792-D90D-4475-ABB2-47044F0DFFCC}"/>
              </a:ext>
            </a:extLst>
          </p:cNvPr>
          <p:cNvSpPr/>
          <p:nvPr/>
        </p:nvSpPr>
        <p:spPr>
          <a:xfrm>
            <a:off x="0" y="2292"/>
            <a:ext cx="9144000" cy="6858000"/>
          </a:xfrm>
          <a:prstGeom prst="rect">
            <a:avLst/>
          </a:prstGeom>
          <a:solidFill>
            <a:schemeClr val="bg2">
              <a:lumMod val="90000"/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17D20D1F-AA8C-4E53-85EF-473FD82E7E8D}"/>
              </a:ext>
            </a:extLst>
          </p:cNvPr>
          <p:cNvGrpSpPr/>
          <p:nvPr/>
        </p:nvGrpSpPr>
        <p:grpSpPr>
          <a:xfrm>
            <a:off x="3116818" y="2069961"/>
            <a:ext cx="720000" cy="720000"/>
            <a:chOff x="1918852" y="3953887"/>
            <a:chExt cx="720000" cy="1440000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F77638A-510E-4921-A99C-F187760BFAF1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6D002AA5-0723-4A4A-A514-6D61B9125AED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F76252D-D8CA-42E5-8E24-9BB4931D32E5}"/>
              </a:ext>
            </a:extLst>
          </p:cNvPr>
          <p:cNvGrpSpPr/>
          <p:nvPr/>
        </p:nvGrpSpPr>
        <p:grpSpPr>
          <a:xfrm>
            <a:off x="3945861" y="2069053"/>
            <a:ext cx="720000" cy="720000"/>
            <a:chOff x="1918852" y="3953887"/>
            <a:chExt cx="720000" cy="1440000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FDEA8DFF-033B-4A36-92C2-6E009430E4F0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C608E5B-8BE0-420D-8F1E-7F6AD8CAD7B3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	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16D3133-92F0-49F2-B7E7-225830AE7A3D}"/>
              </a:ext>
            </a:extLst>
          </p:cNvPr>
          <p:cNvGrpSpPr/>
          <p:nvPr/>
        </p:nvGrpSpPr>
        <p:grpSpPr>
          <a:xfrm>
            <a:off x="4772851" y="2065299"/>
            <a:ext cx="720000" cy="720000"/>
            <a:chOff x="1918852" y="3953887"/>
            <a:chExt cx="720000" cy="1440000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D83D2AF1-9BF1-49EE-B96D-11C925A20B33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DBE1E8E7-9D92-4786-BBD2-4E860AA07093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Investigator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0A02C52-7DE3-4462-8EBB-8F00C95A6298}"/>
              </a:ext>
            </a:extLst>
          </p:cNvPr>
          <p:cNvGrpSpPr/>
          <p:nvPr/>
        </p:nvGrpSpPr>
        <p:grpSpPr>
          <a:xfrm>
            <a:off x="3119558" y="2876207"/>
            <a:ext cx="720000" cy="720000"/>
            <a:chOff x="1918852" y="3953887"/>
            <a:chExt cx="720000" cy="1440000"/>
          </a:xfrm>
        </p:grpSpPr>
        <p:sp>
          <p:nvSpPr>
            <p:cNvPr id="53" name="Oval 5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26031892-1BC3-44FE-AF2F-664DF7DAFED3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B4C697D-E6AC-4D07-B316-21869370D451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Baron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E1C12B1-E587-46DF-9D5A-7D97048DCA16}"/>
              </a:ext>
            </a:extLst>
          </p:cNvPr>
          <p:cNvGrpSpPr/>
          <p:nvPr/>
        </p:nvGrpSpPr>
        <p:grpSpPr>
          <a:xfrm>
            <a:off x="3948601" y="2875299"/>
            <a:ext cx="720000" cy="720000"/>
            <a:chOff x="1918852" y="3953887"/>
            <a:chExt cx="720000" cy="1440000"/>
          </a:xfrm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868E5A91-40D0-48D4-A3B2-8A30C31C5482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B452D46-F61F-4E37-BA18-44D2A98D2D2C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Spy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1A5BD87-E69F-4705-BF2F-4836F4791414}"/>
              </a:ext>
            </a:extLst>
          </p:cNvPr>
          <p:cNvGrpSpPr/>
          <p:nvPr/>
        </p:nvGrpSpPr>
        <p:grpSpPr>
          <a:xfrm>
            <a:off x="4775591" y="2871545"/>
            <a:ext cx="720000" cy="720000"/>
            <a:chOff x="1918852" y="3953887"/>
            <a:chExt cx="720000" cy="1440000"/>
          </a:xfrm>
        </p:grpSpPr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D31E9571-033D-4194-8D7E-0A9DB149871A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D783CBD9-CEA2-489E-9D06-CD6038875133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Scarlet Woman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1926E0F8-DCE7-4462-A0B6-D6E6DD2E0F59}"/>
              </a:ext>
            </a:extLst>
          </p:cNvPr>
          <p:cNvSpPr txBox="1"/>
          <p:nvPr/>
        </p:nvSpPr>
        <p:spPr>
          <a:xfrm>
            <a:off x="3269956" y="3635500"/>
            <a:ext cx="26961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(all characters on script are shown here)</a:t>
            </a:r>
          </a:p>
        </p:txBody>
      </p:sp>
    </p:spTree>
    <p:extLst>
      <p:ext uri="{BB962C8B-B14F-4D97-AF65-F5344CB8AC3E}">
        <p14:creationId xmlns:p14="http://schemas.microsoft.com/office/powerpoint/2010/main" val="307130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Baron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75B4BA5-41FC-434A-A047-E4C1FCA23012}"/>
              </a:ext>
            </a:extLst>
          </p:cNvPr>
          <p:cNvSpPr/>
          <p:nvPr/>
        </p:nvSpPr>
        <p:spPr>
          <a:xfrm>
            <a:off x="7202007" y="-1554342"/>
            <a:ext cx="1440000" cy="45719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[Change Character]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pic>
        <p:nvPicPr>
          <p:cNvPr id="42" name="Graphic 41" descr="Home with solid fill">
            <a:hlinkClick r:id="rId10" action="ppaction://hlinksldjump"/>
            <a:extLst>
              <a:ext uri="{FF2B5EF4-FFF2-40B4-BE49-F238E27FC236}">
                <a16:creationId xmlns:a16="http://schemas.microsoft.com/office/drawing/2014/main" id="{9129A912-A2AB-415A-AFF3-60243F32799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29600" y="0"/>
            <a:ext cx="914400" cy="914400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45776627-7CB0-4685-A85C-6E72128BC3AD}"/>
              </a:ext>
            </a:extLst>
          </p:cNvPr>
          <p:cNvGrpSpPr/>
          <p:nvPr/>
        </p:nvGrpSpPr>
        <p:grpSpPr>
          <a:xfrm>
            <a:off x="129592" y="143134"/>
            <a:ext cx="796926" cy="580687"/>
            <a:chOff x="133349" y="261933"/>
            <a:chExt cx="796926" cy="58068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4C6A67B3-41D4-4933-9501-DBA8338484D6}"/>
                </a:ext>
              </a:extLst>
            </p:cNvPr>
            <p:cNvSpPr/>
            <p:nvPr/>
          </p:nvSpPr>
          <p:spPr>
            <a:xfrm>
              <a:off x="133350" y="48400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293E22CA-B073-4230-850F-75A67669DAB4}"/>
                </a:ext>
              </a:extLst>
            </p:cNvPr>
            <p:cNvSpPr/>
            <p:nvPr/>
          </p:nvSpPr>
          <p:spPr>
            <a:xfrm>
              <a:off x="133349" y="26193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ACCBDD4-C28A-4B9E-94A5-D1D14A64639B}"/>
                </a:ext>
              </a:extLst>
            </p:cNvPr>
            <p:cNvSpPr/>
            <p:nvPr/>
          </p:nvSpPr>
          <p:spPr>
            <a:xfrm>
              <a:off x="133349" y="704121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A0336850-BB8F-4A2B-8875-A780A88C3606}"/>
              </a:ext>
            </a:extLst>
          </p:cNvPr>
          <p:cNvSpPr txBox="1"/>
          <p:nvPr/>
        </p:nvSpPr>
        <p:spPr>
          <a:xfrm>
            <a:off x="4836101" y="231851"/>
            <a:ext cx="763740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Monica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54125A5-12F4-4905-BAB4-4916F3AE7A30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Erica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0092B48-6AC9-4DFF-A5D2-93C348773B3A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Rita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82F4968-8F85-4B5D-8BE5-17FC54E88D02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Tina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79DB524-F381-4B00-89FA-3B87F2BF1A32}"/>
              </a:ext>
            </a:extLst>
          </p:cNvPr>
          <p:cNvSpPr txBox="1"/>
          <p:nvPr/>
        </p:nvSpPr>
        <p:spPr>
          <a:xfrm>
            <a:off x="3696250" y="5347079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Sandra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2D9CB1A-B11D-4B99-8E60-2AB2B49F44DC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Mary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113F626-0567-4F1B-A766-3A976B9A031D}"/>
              </a:ext>
            </a:extLst>
          </p:cNvPr>
          <p:cNvSpPr txBox="1"/>
          <p:nvPr/>
        </p:nvSpPr>
        <p:spPr>
          <a:xfrm>
            <a:off x="1005762" y="3372983"/>
            <a:ext cx="774615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Jessica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6F37FDC-6292-42B5-8692-1C378321902B}"/>
              </a:ext>
            </a:extLst>
          </p:cNvPr>
          <p:cNvSpPr txBox="1"/>
          <p:nvPr/>
        </p:nvSpPr>
        <p:spPr>
          <a:xfrm>
            <a:off x="1706793" y="1897007"/>
            <a:ext cx="747144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Mambo</a:t>
            </a:r>
          </a:p>
        </p:txBody>
      </p:sp>
    </p:spTree>
    <p:extLst>
      <p:ext uri="{BB962C8B-B14F-4D97-AF65-F5344CB8AC3E}">
        <p14:creationId xmlns:p14="http://schemas.microsoft.com/office/powerpoint/2010/main" val="6063931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Baron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75B4BA5-41FC-434A-A047-E4C1FCA23012}"/>
              </a:ext>
            </a:extLst>
          </p:cNvPr>
          <p:cNvSpPr/>
          <p:nvPr/>
        </p:nvSpPr>
        <p:spPr>
          <a:xfrm>
            <a:off x="7202007" y="-1554342"/>
            <a:ext cx="1440000" cy="45719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[Change Character]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A791482-129E-4944-BAA2-4EB02CAC20E3}"/>
              </a:ext>
            </a:extLst>
          </p:cNvPr>
          <p:cNvSpPr/>
          <p:nvPr/>
        </p:nvSpPr>
        <p:spPr>
          <a:xfrm>
            <a:off x="3004517" y="3193818"/>
            <a:ext cx="479788" cy="479788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+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903A60-965A-4559-BA0E-9C479C50BED7}"/>
              </a:ext>
            </a:extLst>
          </p:cNvPr>
          <p:cNvSpPr txBox="1"/>
          <p:nvPr/>
        </p:nvSpPr>
        <p:spPr>
          <a:xfrm>
            <a:off x="3199803" y="3895803"/>
            <a:ext cx="12835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Appears on  hover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BEB7CF3-C7F6-4919-ADA2-7269BF9D4CC3}"/>
              </a:ext>
            </a:extLst>
          </p:cNvPr>
          <p:cNvCxnSpPr>
            <a:cxnSpLocks/>
          </p:cNvCxnSpPr>
          <p:nvPr/>
        </p:nvCxnSpPr>
        <p:spPr>
          <a:xfrm flipH="1" flipV="1">
            <a:off x="3447921" y="3649982"/>
            <a:ext cx="186417" cy="25165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42" name="Graphic 41" descr="Home with solid fill">
            <a:hlinkClick r:id="rId10" action="ppaction://hlinksldjump"/>
            <a:extLst>
              <a:ext uri="{FF2B5EF4-FFF2-40B4-BE49-F238E27FC236}">
                <a16:creationId xmlns:a16="http://schemas.microsoft.com/office/drawing/2014/main" id="{9129A912-A2AB-415A-AFF3-60243F32799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29600" y="0"/>
            <a:ext cx="914400" cy="914400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909FAAB8-1539-4070-9E22-EC5D4CE29459}"/>
              </a:ext>
            </a:extLst>
          </p:cNvPr>
          <p:cNvGrpSpPr/>
          <p:nvPr/>
        </p:nvGrpSpPr>
        <p:grpSpPr>
          <a:xfrm>
            <a:off x="129592" y="143134"/>
            <a:ext cx="796926" cy="580687"/>
            <a:chOff x="133349" y="261933"/>
            <a:chExt cx="796926" cy="58068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7949D4D-3E19-492D-9ACD-7DDB7A13CBFA}"/>
                </a:ext>
              </a:extLst>
            </p:cNvPr>
            <p:cNvSpPr/>
            <p:nvPr/>
          </p:nvSpPr>
          <p:spPr>
            <a:xfrm>
              <a:off x="133350" y="48400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700C65B-9A47-4667-9672-3E5BF2264EB4}"/>
                </a:ext>
              </a:extLst>
            </p:cNvPr>
            <p:cNvSpPr/>
            <p:nvPr/>
          </p:nvSpPr>
          <p:spPr>
            <a:xfrm>
              <a:off x="133349" y="26193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F1D3536-0895-4C04-823A-E2A9FF5DB4BE}"/>
                </a:ext>
              </a:extLst>
            </p:cNvPr>
            <p:cNvSpPr/>
            <p:nvPr/>
          </p:nvSpPr>
          <p:spPr>
            <a:xfrm>
              <a:off x="133349" y="704121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843D73CE-CF6A-46A6-BB42-832C812D11D1}"/>
              </a:ext>
            </a:extLst>
          </p:cNvPr>
          <p:cNvSpPr txBox="1"/>
          <p:nvPr/>
        </p:nvSpPr>
        <p:spPr>
          <a:xfrm>
            <a:off x="4836101" y="231851"/>
            <a:ext cx="763740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Monica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73C9698-EB8F-41D4-9735-49022866D201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Erica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05B3478-EA2A-4A8E-9AF7-EC74FD3B090C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Rita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DEE10EB-3202-4E9C-91EB-6F6A552681C9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Tina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8C523A-6593-4D53-BDC4-5E5EB81D0044}"/>
              </a:ext>
            </a:extLst>
          </p:cNvPr>
          <p:cNvSpPr txBox="1"/>
          <p:nvPr/>
        </p:nvSpPr>
        <p:spPr>
          <a:xfrm>
            <a:off x="3696250" y="5347079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Sandra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9ECC53D-380D-49C2-A883-A580DE0D2CF2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Mary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155D04B-D158-4035-A76C-1304ADF3B09B}"/>
              </a:ext>
            </a:extLst>
          </p:cNvPr>
          <p:cNvSpPr txBox="1"/>
          <p:nvPr/>
        </p:nvSpPr>
        <p:spPr>
          <a:xfrm>
            <a:off x="1005762" y="3372983"/>
            <a:ext cx="774615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Jessica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8889652-16D1-4C9C-8733-06A661958F79}"/>
              </a:ext>
            </a:extLst>
          </p:cNvPr>
          <p:cNvSpPr txBox="1"/>
          <p:nvPr/>
        </p:nvSpPr>
        <p:spPr>
          <a:xfrm>
            <a:off x="1706793" y="1897007"/>
            <a:ext cx="747144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Mambo</a:t>
            </a:r>
          </a:p>
        </p:txBody>
      </p:sp>
    </p:spTree>
    <p:extLst>
      <p:ext uri="{BB962C8B-B14F-4D97-AF65-F5344CB8AC3E}">
        <p14:creationId xmlns:p14="http://schemas.microsoft.com/office/powerpoint/2010/main" val="2054241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27248B22-C454-4A76-B49B-12D69982227C}"/>
              </a:ext>
            </a:extLst>
          </p:cNvPr>
          <p:cNvGrpSpPr/>
          <p:nvPr/>
        </p:nvGrpSpPr>
        <p:grpSpPr>
          <a:xfrm>
            <a:off x="129592" y="143134"/>
            <a:ext cx="796926" cy="580687"/>
            <a:chOff x="133349" y="261933"/>
            <a:chExt cx="796926" cy="580687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1C98833E-4A2E-4BCB-B18F-9AFCC069BF44}"/>
                </a:ext>
              </a:extLst>
            </p:cNvPr>
            <p:cNvSpPr/>
            <p:nvPr/>
          </p:nvSpPr>
          <p:spPr>
            <a:xfrm>
              <a:off x="133350" y="48400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469164D6-DD83-4364-8DCA-950514620240}"/>
                </a:ext>
              </a:extLst>
            </p:cNvPr>
            <p:cNvSpPr/>
            <p:nvPr/>
          </p:nvSpPr>
          <p:spPr>
            <a:xfrm>
              <a:off x="133349" y="26193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1973537E-FD07-49D8-83C8-CBA83D9ECF2E}"/>
                </a:ext>
              </a:extLst>
            </p:cNvPr>
            <p:cNvSpPr/>
            <p:nvPr/>
          </p:nvSpPr>
          <p:spPr>
            <a:xfrm>
              <a:off x="133349" y="704121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74" name="Graphic 73" descr="Home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CB93C2E4-9905-4C74-8F97-FBA630DEE2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600" y="0"/>
            <a:ext cx="914400" cy="9144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5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Baron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75B4BA5-41FC-434A-A047-E4C1FCA23012}"/>
              </a:ext>
            </a:extLst>
          </p:cNvPr>
          <p:cNvSpPr/>
          <p:nvPr/>
        </p:nvSpPr>
        <p:spPr>
          <a:xfrm>
            <a:off x="7202007" y="-1554342"/>
            <a:ext cx="1440000" cy="45719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[Change Character]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A791482-129E-4944-BAA2-4EB02CAC20E3}"/>
              </a:ext>
            </a:extLst>
          </p:cNvPr>
          <p:cNvSpPr/>
          <p:nvPr/>
        </p:nvSpPr>
        <p:spPr>
          <a:xfrm>
            <a:off x="3004517" y="3193818"/>
            <a:ext cx="479788" cy="479788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+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903A60-965A-4559-BA0E-9C479C50BED7}"/>
              </a:ext>
            </a:extLst>
          </p:cNvPr>
          <p:cNvSpPr txBox="1"/>
          <p:nvPr/>
        </p:nvSpPr>
        <p:spPr>
          <a:xfrm>
            <a:off x="3199803" y="3895803"/>
            <a:ext cx="12835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Appears on  hover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BEB7CF3-C7F6-4919-ADA2-7269BF9D4CC3}"/>
              </a:ext>
            </a:extLst>
          </p:cNvPr>
          <p:cNvCxnSpPr>
            <a:cxnSpLocks/>
          </p:cNvCxnSpPr>
          <p:nvPr/>
        </p:nvCxnSpPr>
        <p:spPr>
          <a:xfrm flipH="1" flipV="1">
            <a:off x="3447921" y="3649982"/>
            <a:ext cx="186417" cy="25165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530801E-5632-4F4A-8832-6D9A5AE51AAC}"/>
              </a:ext>
            </a:extLst>
          </p:cNvPr>
          <p:cNvSpPr txBox="1"/>
          <p:nvPr/>
        </p:nvSpPr>
        <p:spPr>
          <a:xfrm>
            <a:off x="4836101" y="231851"/>
            <a:ext cx="763740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Monica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3035541-834C-4F92-91E2-3B4678C0A464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Erica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A2B9D55-ADBF-44F8-84E2-A2F162AA2E10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Rita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D039FDF-2AB2-4A87-BC7E-348E765623F3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Tina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30D9F6-64B2-4015-91FA-5977A612EDD4}"/>
              </a:ext>
            </a:extLst>
          </p:cNvPr>
          <p:cNvSpPr txBox="1"/>
          <p:nvPr/>
        </p:nvSpPr>
        <p:spPr>
          <a:xfrm>
            <a:off x="3696250" y="5347079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Sandra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6DA1376-327A-40E7-948E-3617EE151595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Mary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BC60B6E-9544-4089-8C8A-A1DD35F91FE1}"/>
              </a:ext>
            </a:extLst>
          </p:cNvPr>
          <p:cNvSpPr txBox="1"/>
          <p:nvPr/>
        </p:nvSpPr>
        <p:spPr>
          <a:xfrm>
            <a:off x="1005762" y="3372983"/>
            <a:ext cx="774615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Jessica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A1B2A27-CD05-4F1A-9990-F051AA784E4A}"/>
              </a:ext>
            </a:extLst>
          </p:cNvPr>
          <p:cNvSpPr txBox="1"/>
          <p:nvPr/>
        </p:nvSpPr>
        <p:spPr>
          <a:xfrm>
            <a:off x="1706793" y="1897007"/>
            <a:ext cx="747144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Mambo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7653054-127E-4F6C-9598-3BB73D13F6B0}"/>
              </a:ext>
            </a:extLst>
          </p:cNvPr>
          <p:cNvSpPr/>
          <p:nvPr/>
        </p:nvSpPr>
        <p:spPr>
          <a:xfrm>
            <a:off x="5856" y="0"/>
            <a:ext cx="9144000" cy="6858000"/>
          </a:xfrm>
          <a:prstGeom prst="rect">
            <a:avLst/>
          </a:prstGeom>
          <a:solidFill>
            <a:schemeClr val="bg2">
              <a:lumMod val="90000"/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02FB9D6-6F67-4FF9-B0E5-D52FB83C3D0B}"/>
              </a:ext>
            </a:extLst>
          </p:cNvPr>
          <p:cNvGrpSpPr/>
          <p:nvPr/>
        </p:nvGrpSpPr>
        <p:grpSpPr>
          <a:xfrm>
            <a:off x="3116818" y="2069961"/>
            <a:ext cx="720000" cy="720000"/>
            <a:chOff x="1918852" y="3953887"/>
            <a:chExt cx="720000" cy="1440000"/>
          </a:xfrm>
        </p:grpSpPr>
        <p:sp>
          <p:nvSpPr>
            <p:cNvPr id="53" name="Oval 5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94C236F1-E7A5-4B47-88D2-2295521713DA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FFDC653-8596-475C-8E9B-87B2E3005436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Townsfolk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5A10857-1065-430C-822D-07FDCC581BB1}"/>
              </a:ext>
            </a:extLst>
          </p:cNvPr>
          <p:cNvGrpSpPr/>
          <p:nvPr/>
        </p:nvGrpSpPr>
        <p:grpSpPr>
          <a:xfrm>
            <a:off x="3948807" y="2069961"/>
            <a:ext cx="720000" cy="720000"/>
            <a:chOff x="1918852" y="3953887"/>
            <a:chExt cx="720000" cy="1440000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7B655D36-FA9C-4299-ACCE-955ECB198905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DEB9576-D1F6-4202-868A-3B18D2E79F0A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Wrong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8AFD200-4133-40A9-B8F7-05ACB09C1F76}"/>
              </a:ext>
            </a:extLst>
          </p:cNvPr>
          <p:cNvGrpSpPr/>
          <p:nvPr/>
        </p:nvGrpSpPr>
        <p:grpSpPr>
          <a:xfrm>
            <a:off x="4789322" y="2106456"/>
            <a:ext cx="720000" cy="720000"/>
            <a:chOff x="1918852" y="3953887"/>
            <a:chExt cx="720000" cy="1440000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C2D62941-E50F-43E1-8F5F-BCAFF510C059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7DAD0067-9099-4F72-A9E2-E3AEFEC270EB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Outsider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45FE1A46-20F8-463F-A506-8B1371FCAC66}"/>
              </a:ext>
            </a:extLst>
          </p:cNvPr>
          <p:cNvGrpSpPr/>
          <p:nvPr/>
        </p:nvGrpSpPr>
        <p:grpSpPr>
          <a:xfrm>
            <a:off x="5671156" y="2104549"/>
            <a:ext cx="720000" cy="720000"/>
            <a:chOff x="1918852" y="3953887"/>
            <a:chExt cx="720000" cy="1440000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BDA79CBA-A2F1-4ECE-972A-263AF3406CCA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C6EA0A7-9008-418A-AE5C-C12A51E27D3D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Wrong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4A20EAC6-41C4-4994-A718-A30E11759094}"/>
              </a:ext>
            </a:extLst>
          </p:cNvPr>
          <p:cNvSpPr txBox="1"/>
          <p:nvPr/>
        </p:nvSpPr>
        <p:spPr>
          <a:xfrm>
            <a:off x="3269957" y="3635500"/>
            <a:ext cx="219970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/>
              <a:t>(all characters with reminders on script are shown here)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3E49A3E-06A1-469A-9657-13BB9AF63FF2}"/>
              </a:ext>
            </a:extLst>
          </p:cNvPr>
          <p:cNvGrpSpPr/>
          <p:nvPr/>
        </p:nvGrpSpPr>
        <p:grpSpPr>
          <a:xfrm>
            <a:off x="3143169" y="2904091"/>
            <a:ext cx="720000" cy="720000"/>
            <a:chOff x="1918852" y="3953887"/>
            <a:chExt cx="720000" cy="1440000"/>
          </a:xfrm>
        </p:grpSpPr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549876E1-E5C0-497F-81DF-5F8343D7D9A5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246699D-B4DE-4B10-87E7-B0E230951859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Demon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5982D342-ABC6-43E4-A485-A3DC530038D3}"/>
              </a:ext>
            </a:extLst>
          </p:cNvPr>
          <p:cNvGrpSpPr/>
          <p:nvPr/>
        </p:nvGrpSpPr>
        <p:grpSpPr>
          <a:xfrm>
            <a:off x="3953040" y="2905260"/>
            <a:ext cx="720000" cy="720000"/>
            <a:chOff x="1918852" y="3953887"/>
            <a:chExt cx="720000" cy="1440000"/>
          </a:xfrm>
        </p:grpSpPr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7BCEE7B9-CB43-45B1-870B-3955E508EA3C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A13C4F3-6318-43C1-8093-F7BA5A698817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Poisoned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2749CBDB-6979-4E94-94B7-5F4F2CF9ECDE}"/>
              </a:ext>
            </a:extLst>
          </p:cNvPr>
          <p:cNvGrpSpPr/>
          <p:nvPr/>
        </p:nvGrpSpPr>
        <p:grpSpPr>
          <a:xfrm>
            <a:off x="4803220" y="2905556"/>
            <a:ext cx="720000" cy="720000"/>
            <a:chOff x="1918852" y="3953887"/>
            <a:chExt cx="720000" cy="1440000"/>
          </a:xfrm>
        </p:grpSpPr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8837AA16-DF53-4B43-BE28-FE073D0D3C34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FF25548C-08B2-41EA-A948-ECC254C5B5D4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Dead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10875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Baron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75B4BA5-41FC-434A-A047-E4C1FCA23012}"/>
              </a:ext>
            </a:extLst>
          </p:cNvPr>
          <p:cNvSpPr/>
          <p:nvPr/>
        </p:nvSpPr>
        <p:spPr>
          <a:xfrm>
            <a:off x="7202007" y="-1554342"/>
            <a:ext cx="1440000" cy="45719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[Change Character]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02FB9D6-6F67-4FF9-B0E5-D52FB83C3D0B}"/>
              </a:ext>
            </a:extLst>
          </p:cNvPr>
          <p:cNvGrpSpPr/>
          <p:nvPr/>
        </p:nvGrpSpPr>
        <p:grpSpPr>
          <a:xfrm>
            <a:off x="2976609" y="3200490"/>
            <a:ext cx="510140" cy="510140"/>
            <a:chOff x="1918852" y="3953887"/>
            <a:chExt cx="720000" cy="1440000"/>
          </a:xfrm>
        </p:grpSpPr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94C236F1-E7A5-4B47-88D2-2295521713DA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FFDC653-8596-475C-8E9B-87B2E3005436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Townsfolk</a:t>
              </a:r>
            </a:p>
          </p:txBody>
        </p:sp>
      </p:grpSp>
      <p:pic>
        <p:nvPicPr>
          <p:cNvPr id="42" name="Graphic 41" descr="Home with solid fill">
            <a:hlinkClick r:id="rId10" action="ppaction://hlinksldjump"/>
            <a:extLst>
              <a:ext uri="{FF2B5EF4-FFF2-40B4-BE49-F238E27FC236}">
                <a16:creationId xmlns:a16="http://schemas.microsoft.com/office/drawing/2014/main" id="{1E332315-8768-4526-A2A2-18DCC102124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29600" y="0"/>
            <a:ext cx="914400" cy="914400"/>
          </a:xfrm>
          <a:prstGeom prst="rect">
            <a:avLst/>
          </a:prstGeom>
        </p:spPr>
      </p:pic>
      <p:grpSp>
        <p:nvGrpSpPr>
          <p:cNvPr id="55" name="Group 54">
            <a:extLst>
              <a:ext uri="{FF2B5EF4-FFF2-40B4-BE49-F238E27FC236}">
                <a16:creationId xmlns:a16="http://schemas.microsoft.com/office/drawing/2014/main" id="{976744FB-15F5-4D84-9DD5-456E09000367}"/>
              </a:ext>
            </a:extLst>
          </p:cNvPr>
          <p:cNvGrpSpPr/>
          <p:nvPr/>
        </p:nvGrpSpPr>
        <p:grpSpPr>
          <a:xfrm>
            <a:off x="129592" y="143134"/>
            <a:ext cx="796926" cy="580687"/>
            <a:chOff x="133349" y="261933"/>
            <a:chExt cx="796926" cy="580687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828465E-DF20-4765-BD03-B6A7124449AC}"/>
                </a:ext>
              </a:extLst>
            </p:cNvPr>
            <p:cNvSpPr/>
            <p:nvPr/>
          </p:nvSpPr>
          <p:spPr>
            <a:xfrm>
              <a:off x="133350" y="48400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127D8A8B-845F-49D2-B6E7-348BFBED2D55}"/>
                </a:ext>
              </a:extLst>
            </p:cNvPr>
            <p:cNvSpPr/>
            <p:nvPr/>
          </p:nvSpPr>
          <p:spPr>
            <a:xfrm>
              <a:off x="133349" y="26193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C559E11-CE57-4FA9-AB1C-59B4A9E24B78}"/>
                </a:ext>
              </a:extLst>
            </p:cNvPr>
            <p:cNvSpPr/>
            <p:nvPr/>
          </p:nvSpPr>
          <p:spPr>
            <a:xfrm>
              <a:off x="133349" y="704121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B1D082FF-B206-41A2-A593-5E84A1740673}"/>
              </a:ext>
            </a:extLst>
          </p:cNvPr>
          <p:cNvSpPr txBox="1"/>
          <p:nvPr/>
        </p:nvSpPr>
        <p:spPr>
          <a:xfrm>
            <a:off x="4836101" y="231851"/>
            <a:ext cx="763740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Monica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15CD0D1-3A1A-4941-8A4D-060DC7AF5AB8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Erica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8388AA9-7785-4399-89CF-0B719B5E7A3B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Rita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7F8132-08DD-459D-9F12-A26343E68215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Tina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90C0CFE-7990-48F2-99A4-802B5A5CBC9D}"/>
              </a:ext>
            </a:extLst>
          </p:cNvPr>
          <p:cNvSpPr txBox="1"/>
          <p:nvPr/>
        </p:nvSpPr>
        <p:spPr>
          <a:xfrm>
            <a:off x="3696250" y="5347079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Sandra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C80B131-7A09-452C-9E66-78ED03C58BB1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Mary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D1816B5-E297-4CF6-B801-D3676BC5718F}"/>
              </a:ext>
            </a:extLst>
          </p:cNvPr>
          <p:cNvSpPr txBox="1"/>
          <p:nvPr/>
        </p:nvSpPr>
        <p:spPr>
          <a:xfrm>
            <a:off x="1005762" y="3372983"/>
            <a:ext cx="774615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Jessica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329AC2A-EE8E-467F-92FB-EA27B2623A26}"/>
              </a:ext>
            </a:extLst>
          </p:cNvPr>
          <p:cNvSpPr txBox="1"/>
          <p:nvPr/>
        </p:nvSpPr>
        <p:spPr>
          <a:xfrm>
            <a:off x="1706793" y="1897007"/>
            <a:ext cx="747144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Mambo</a:t>
            </a:r>
          </a:p>
        </p:txBody>
      </p:sp>
    </p:spTree>
    <p:extLst>
      <p:ext uri="{BB962C8B-B14F-4D97-AF65-F5344CB8AC3E}">
        <p14:creationId xmlns:p14="http://schemas.microsoft.com/office/powerpoint/2010/main" val="15266092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Baron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75B4BA5-41FC-434A-A047-E4C1FCA23012}"/>
              </a:ext>
            </a:extLst>
          </p:cNvPr>
          <p:cNvSpPr/>
          <p:nvPr/>
        </p:nvSpPr>
        <p:spPr>
          <a:xfrm>
            <a:off x="7202007" y="-1554342"/>
            <a:ext cx="1440000" cy="45719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[Change Character]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02FB9D6-6F67-4FF9-B0E5-D52FB83C3D0B}"/>
              </a:ext>
            </a:extLst>
          </p:cNvPr>
          <p:cNvGrpSpPr/>
          <p:nvPr/>
        </p:nvGrpSpPr>
        <p:grpSpPr>
          <a:xfrm>
            <a:off x="2976609" y="3200490"/>
            <a:ext cx="510140" cy="510140"/>
            <a:chOff x="1918852" y="3953887"/>
            <a:chExt cx="720000" cy="1440000"/>
          </a:xfrm>
        </p:grpSpPr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94C236F1-E7A5-4B47-88D2-2295521713DA}"/>
                </a:ext>
              </a:extLst>
            </p:cNvPr>
            <p:cNvSpPr/>
            <p:nvPr/>
          </p:nvSpPr>
          <p:spPr>
            <a:xfrm>
              <a:off x="1918852" y="3953887"/>
              <a:ext cx="72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FFDC653-8596-475C-8E9B-87B2E3005436}"/>
                </a:ext>
              </a:extLst>
            </p:cNvPr>
            <p:cNvSpPr txBox="1"/>
            <p:nvPr/>
          </p:nvSpPr>
          <p:spPr>
            <a:xfrm>
              <a:off x="1967218" y="4043887"/>
              <a:ext cx="630000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sz="900" dirty="0">
                  <a:solidFill>
                    <a:schemeClr val="bg1"/>
                  </a:solidFill>
                  <a:latin typeface="Papyrus" panose="03070502060502030205" pitchFamily="66" charset="0"/>
                </a:rPr>
                <a:t>Townsfolk</a:t>
              </a:r>
            </a:p>
          </p:txBody>
        </p:sp>
      </p:grpSp>
      <p:sp>
        <p:nvSpPr>
          <p:cNvPr id="18" name="Multiplication Sign 1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B635C8DD-0F94-4E19-9450-23763277E9F8}"/>
              </a:ext>
            </a:extLst>
          </p:cNvPr>
          <p:cNvSpPr/>
          <p:nvPr/>
        </p:nvSpPr>
        <p:spPr>
          <a:xfrm>
            <a:off x="3045661" y="3269542"/>
            <a:ext cx="372036" cy="372036"/>
          </a:xfrm>
          <a:prstGeom prst="mathMultiply">
            <a:avLst>
              <a:gd name="adj1" fmla="val 19424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8BB0EE0-A76E-459B-854C-975A535D1795}"/>
              </a:ext>
            </a:extLst>
          </p:cNvPr>
          <p:cNvSpPr txBox="1"/>
          <p:nvPr/>
        </p:nvSpPr>
        <p:spPr>
          <a:xfrm>
            <a:off x="3199803" y="3895803"/>
            <a:ext cx="12835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Appears on  hover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CA8DCB8-E676-493C-B144-A86F1FAB668D}"/>
              </a:ext>
            </a:extLst>
          </p:cNvPr>
          <p:cNvCxnSpPr>
            <a:cxnSpLocks/>
          </p:cNvCxnSpPr>
          <p:nvPr/>
        </p:nvCxnSpPr>
        <p:spPr>
          <a:xfrm flipH="1" flipV="1">
            <a:off x="3447921" y="3649982"/>
            <a:ext cx="186417" cy="25165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57" name="Graphic 56" descr="Home with solid fill">
            <a:hlinkClick r:id="rId10" action="ppaction://hlinksldjump"/>
            <a:extLst>
              <a:ext uri="{FF2B5EF4-FFF2-40B4-BE49-F238E27FC236}">
                <a16:creationId xmlns:a16="http://schemas.microsoft.com/office/drawing/2014/main" id="{0AB85B67-219A-46F7-81C3-A7934FF8021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29600" y="0"/>
            <a:ext cx="914400" cy="914400"/>
          </a:xfrm>
          <a:prstGeom prst="rect">
            <a:avLst/>
          </a:prstGeom>
        </p:spPr>
      </p:pic>
      <p:grpSp>
        <p:nvGrpSpPr>
          <p:cNvPr id="58" name="Group 57">
            <a:extLst>
              <a:ext uri="{FF2B5EF4-FFF2-40B4-BE49-F238E27FC236}">
                <a16:creationId xmlns:a16="http://schemas.microsoft.com/office/drawing/2014/main" id="{E0654848-A408-4E32-B734-F54FF826673D}"/>
              </a:ext>
            </a:extLst>
          </p:cNvPr>
          <p:cNvGrpSpPr/>
          <p:nvPr/>
        </p:nvGrpSpPr>
        <p:grpSpPr>
          <a:xfrm>
            <a:off x="129592" y="143134"/>
            <a:ext cx="796926" cy="580687"/>
            <a:chOff x="133349" y="261933"/>
            <a:chExt cx="796926" cy="580687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834660CA-A6AC-4BA6-9572-4476EAF01821}"/>
                </a:ext>
              </a:extLst>
            </p:cNvPr>
            <p:cNvSpPr/>
            <p:nvPr/>
          </p:nvSpPr>
          <p:spPr>
            <a:xfrm>
              <a:off x="133350" y="48400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0A383348-48EE-4F3E-A211-F5135BC47FA8}"/>
                </a:ext>
              </a:extLst>
            </p:cNvPr>
            <p:cNvSpPr/>
            <p:nvPr/>
          </p:nvSpPr>
          <p:spPr>
            <a:xfrm>
              <a:off x="133349" y="26193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4918C443-A39E-47B8-BC48-21F2E7165F84}"/>
                </a:ext>
              </a:extLst>
            </p:cNvPr>
            <p:cNvSpPr/>
            <p:nvPr/>
          </p:nvSpPr>
          <p:spPr>
            <a:xfrm>
              <a:off x="133349" y="704121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D8D6EB1A-2876-46EA-8165-6467C6465464}"/>
              </a:ext>
            </a:extLst>
          </p:cNvPr>
          <p:cNvSpPr txBox="1"/>
          <p:nvPr/>
        </p:nvSpPr>
        <p:spPr>
          <a:xfrm>
            <a:off x="4836101" y="231851"/>
            <a:ext cx="763740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Monica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77C9AE5-ADCC-4674-BE07-407FDA09A59D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Erica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AD7389-C0CF-4FB2-B57A-EF8B9DFD93B7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Rita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0EE7072-E1E7-4558-A110-316E955AD8A2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Tina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5B4433-A5B2-4C48-A888-F4FF32D7A382}"/>
              </a:ext>
            </a:extLst>
          </p:cNvPr>
          <p:cNvSpPr txBox="1"/>
          <p:nvPr/>
        </p:nvSpPr>
        <p:spPr>
          <a:xfrm>
            <a:off x="3696250" y="5347079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Sandra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1ED8821-0BA6-48C0-A6B4-1FE259C569EC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Mary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E147BE2-094B-4975-ADCA-AFA7600981A7}"/>
              </a:ext>
            </a:extLst>
          </p:cNvPr>
          <p:cNvSpPr txBox="1"/>
          <p:nvPr/>
        </p:nvSpPr>
        <p:spPr>
          <a:xfrm>
            <a:off x="1005762" y="3372983"/>
            <a:ext cx="774615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Jessica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2D9EF9B-4395-4FCC-BE24-DC93B769312E}"/>
              </a:ext>
            </a:extLst>
          </p:cNvPr>
          <p:cNvSpPr txBox="1"/>
          <p:nvPr/>
        </p:nvSpPr>
        <p:spPr>
          <a:xfrm>
            <a:off x="1706793" y="1897007"/>
            <a:ext cx="747144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Mambo</a:t>
            </a:r>
          </a:p>
        </p:txBody>
      </p:sp>
    </p:spTree>
    <p:extLst>
      <p:ext uri="{BB962C8B-B14F-4D97-AF65-F5344CB8AC3E}">
        <p14:creationId xmlns:p14="http://schemas.microsoft.com/office/powerpoint/2010/main" val="1549070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Baron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75B4BA5-41FC-434A-A047-E4C1FCA23012}"/>
              </a:ext>
            </a:extLst>
          </p:cNvPr>
          <p:cNvSpPr/>
          <p:nvPr/>
        </p:nvSpPr>
        <p:spPr>
          <a:xfrm>
            <a:off x="7202007" y="-1554342"/>
            <a:ext cx="1440000" cy="45719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[Change Character]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pic>
        <p:nvPicPr>
          <p:cNvPr id="39" name="Graphic 38" descr="Home with solid fill">
            <a:hlinkClick r:id="rId10" action="ppaction://hlinksldjump"/>
            <a:extLst>
              <a:ext uri="{FF2B5EF4-FFF2-40B4-BE49-F238E27FC236}">
                <a16:creationId xmlns:a16="http://schemas.microsoft.com/office/drawing/2014/main" id="{ED6D65F2-E5DA-4349-88CC-C302F1F3584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29600" y="0"/>
            <a:ext cx="914400" cy="914400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9663AD0-3FC2-4AA3-8ED4-2C21A09B55D6}"/>
              </a:ext>
            </a:extLst>
          </p:cNvPr>
          <p:cNvGrpSpPr/>
          <p:nvPr/>
        </p:nvGrpSpPr>
        <p:grpSpPr>
          <a:xfrm>
            <a:off x="129592" y="143134"/>
            <a:ext cx="796926" cy="580687"/>
            <a:chOff x="129592" y="143134"/>
            <a:chExt cx="796926" cy="580687"/>
          </a:xfrm>
        </p:grpSpPr>
        <p:sp>
          <p:nvSpPr>
            <p:cNvPr id="41" name="Rectangle 40">
              <a:hlinkClick r:id="rId13" action="ppaction://hlinksldjump"/>
              <a:extLst>
                <a:ext uri="{FF2B5EF4-FFF2-40B4-BE49-F238E27FC236}">
                  <a16:creationId xmlns:a16="http://schemas.microsoft.com/office/drawing/2014/main" id="{2E7959FF-7A54-4250-958D-F25D380AEE23}"/>
                </a:ext>
              </a:extLst>
            </p:cNvPr>
            <p:cNvSpPr/>
            <p:nvPr/>
          </p:nvSpPr>
          <p:spPr>
            <a:xfrm>
              <a:off x="129593" y="365204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Rectangle 41">
              <a:hlinkClick r:id="rId13" action="ppaction://hlinksldjump"/>
              <a:extLst>
                <a:ext uri="{FF2B5EF4-FFF2-40B4-BE49-F238E27FC236}">
                  <a16:creationId xmlns:a16="http://schemas.microsoft.com/office/drawing/2014/main" id="{A3EDB628-64C9-4381-86AE-5B335D850499}"/>
                </a:ext>
              </a:extLst>
            </p:cNvPr>
            <p:cNvSpPr/>
            <p:nvPr/>
          </p:nvSpPr>
          <p:spPr>
            <a:xfrm>
              <a:off x="129592" y="143134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tangle 42">
              <a:hlinkClick r:id="rId13" action="ppaction://hlinksldjump"/>
              <a:extLst>
                <a:ext uri="{FF2B5EF4-FFF2-40B4-BE49-F238E27FC236}">
                  <a16:creationId xmlns:a16="http://schemas.microsoft.com/office/drawing/2014/main" id="{DBEB6438-4877-4C68-9746-9AA0E3DBB131}"/>
                </a:ext>
              </a:extLst>
            </p:cNvPr>
            <p:cNvSpPr/>
            <p:nvPr/>
          </p:nvSpPr>
          <p:spPr>
            <a:xfrm>
              <a:off x="129592" y="585322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2EAC4247-12D1-4361-B526-EC428DE8F887}"/>
              </a:ext>
            </a:extLst>
          </p:cNvPr>
          <p:cNvGrpSpPr/>
          <p:nvPr/>
        </p:nvGrpSpPr>
        <p:grpSpPr>
          <a:xfrm rot="16200000">
            <a:off x="68116" y="-2525364"/>
            <a:ext cx="2446240" cy="2604488"/>
            <a:chOff x="7696" y="1"/>
            <a:chExt cx="2446240" cy="2604488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6545E863-DE90-46FB-9B45-E233FF9E3520}"/>
                </a:ext>
              </a:extLst>
            </p:cNvPr>
            <p:cNvSpPr/>
            <p:nvPr/>
          </p:nvSpPr>
          <p:spPr>
            <a:xfrm rot="5400000">
              <a:off x="-71428" y="79125"/>
              <a:ext cx="2604488" cy="24462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9822A3A-877F-426A-8D02-40A4192A6BED}"/>
                </a:ext>
              </a:extLst>
            </p:cNvPr>
            <p:cNvSpPr/>
            <p:nvPr/>
          </p:nvSpPr>
          <p:spPr>
            <a:xfrm>
              <a:off x="336550" y="231851"/>
              <a:ext cx="1806300" cy="370834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Add Name Tag</a:t>
              </a: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0875436B-D941-488A-A373-4FA89DE39EA0}"/>
                </a:ext>
              </a:extLst>
            </p:cNvPr>
            <p:cNvSpPr/>
            <p:nvPr/>
          </p:nvSpPr>
          <p:spPr>
            <a:xfrm>
              <a:off x="339863" y="713693"/>
              <a:ext cx="1806300" cy="370834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Reorganise Tokens</a:t>
              </a: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6EF4CDFF-F00A-4E69-93C5-9E3C7D35056C}"/>
                </a:ext>
              </a:extLst>
            </p:cNvPr>
            <p:cNvSpPr/>
            <p:nvPr/>
          </p:nvSpPr>
          <p:spPr>
            <a:xfrm>
              <a:off x="330162" y="1244800"/>
              <a:ext cx="1806300" cy="370834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Night Information</a:t>
              </a:r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220A9799-B94B-4F33-B7E8-266F72A45198}"/>
                </a:ext>
              </a:extLst>
            </p:cNvPr>
            <p:cNvSpPr/>
            <p:nvPr/>
          </p:nvSpPr>
          <p:spPr>
            <a:xfrm>
              <a:off x="330162" y="1812696"/>
              <a:ext cx="1806300" cy="370834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Wiki (link)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0FF82B9D-F11A-4C23-B726-DDD41F179991}"/>
              </a:ext>
            </a:extLst>
          </p:cNvPr>
          <p:cNvSpPr txBox="1"/>
          <p:nvPr/>
        </p:nvSpPr>
        <p:spPr>
          <a:xfrm>
            <a:off x="4836101" y="231851"/>
            <a:ext cx="763740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Monica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AE982D7-47F8-4A27-BE33-DA6CA0E49A8D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Erica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D076ECF-3FFE-4E44-B2D6-287122A60153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Rita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2E7FD65-9EFA-4B47-92DE-ED28B184C916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Tina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5F37B18-C886-4777-8776-6C27D5D885B7}"/>
              </a:ext>
            </a:extLst>
          </p:cNvPr>
          <p:cNvSpPr txBox="1"/>
          <p:nvPr/>
        </p:nvSpPr>
        <p:spPr>
          <a:xfrm>
            <a:off x="3696250" y="5347079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Sandra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9BC0ABF-213E-4507-8F0B-4D3C05D5A64E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Mary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5D97ECF-DE6E-4457-BE77-0415F00CBDE1}"/>
              </a:ext>
            </a:extLst>
          </p:cNvPr>
          <p:cNvSpPr txBox="1"/>
          <p:nvPr/>
        </p:nvSpPr>
        <p:spPr>
          <a:xfrm>
            <a:off x="1005762" y="3372983"/>
            <a:ext cx="774615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Jessica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847317-E2F2-4125-894A-353BDB91F603}"/>
              </a:ext>
            </a:extLst>
          </p:cNvPr>
          <p:cNvSpPr txBox="1"/>
          <p:nvPr/>
        </p:nvSpPr>
        <p:spPr>
          <a:xfrm>
            <a:off x="1706793" y="1897007"/>
            <a:ext cx="747144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Mambo</a:t>
            </a:r>
          </a:p>
        </p:txBody>
      </p:sp>
    </p:spTree>
    <p:extLst>
      <p:ext uri="{BB962C8B-B14F-4D97-AF65-F5344CB8AC3E}">
        <p14:creationId xmlns:p14="http://schemas.microsoft.com/office/powerpoint/2010/main" val="3769036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Baron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75B4BA5-41FC-434A-A047-E4C1FCA23012}"/>
              </a:ext>
            </a:extLst>
          </p:cNvPr>
          <p:cNvSpPr/>
          <p:nvPr/>
        </p:nvSpPr>
        <p:spPr>
          <a:xfrm>
            <a:off x="7202007" y="-1554342"/>
            <a:ext cx="1440000" cy="45719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[Change Character]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pic>
        <p:nvPicPr>
          <p:cNvPr id="39" name="Graphic 38" descr="Home with solid fill">
            <a:hlinkClick r:id="rId10" action="ppaction://hlinksldjump"/>
            <a:extLst>
              <a:ext uri="{FF2B5EF4-FFF2-40B4-BE49-F238E27FC236}">
                <a16:creationId xmlns:a16="http://schemas.microsoft.com/office/drawing/2014/main" id="{ED6D65F2-E5DA-4349-88CC-C302F1F3584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29600" y="0"/>
            <a:ext cx="914400" cy="914400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12A3332F-A2F2-455B-89B9-61978F00168F}"/>
              </a:ext>
            </a:extLst>
          </p:cNvPr>
          <p:cNvGrpSpPr/>
          <p:nvPr/>
        </p:nvGrpSpPr>
        <p:grpSpPr>
          <a:xfrm>
            <a:off x="129592" y="143134"/>
            <a:ext cx="796926" cy="580687"/>
            <a:chOff x="133349" y="261933"/>
            <a:chExt cx="796926" cy="58068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E7959FF-7A54-4250-958D-F25D380AEE23}"/>
                </a:ext>
              </a:extLst>
            </p:cNvPr>
            <p:cNvSpPr/>
            <p:nvPr/>
          </p:nvSpPr>
          <p:spPr>
            <a:xfrm>
              <a:off x="133350" y="48400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A3EDB628-64C9-4381-86AE-5B335D850499}"/>
                </a:ext>
              </a:extLst>
            </p:cNvPr>
            <p:cNvSpPr/>
            <p:nvPr/>
          </p:nvSpPr>
          <p:spPr>
            <a:xfrm>
              <a:off x="133349" y="26193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DBEB6438-4877-4C68-9746-9AA0E3DBB131}"/>
                </a:ext>
              </a:extLst>
            </p:cNvPr>
            <p:cNvSpPr/>
            <p:nvPr/>
          </p:nvSpPr>
          <p:spPr>
            <a:xfrm>
              <a:off x="133349" y="704121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61B39F52-2147-4B41-938E-7AAE3E90EA55}"/>
              </a:ext>
            </a:extLst>
          </p:cNvPr>
          <p:cNvSpPr txBox="1"/>
          <p:nvPr/>
        </p:nvSpPr>
        <p:spPr>
          <a:xfrm>
            <a:off x="1706793" y="1897007"/>
            <a:ext cx="747144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Mambo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CF3E228-E744-4563-95A7-FF0D0EA2660F}"/>
              </a:ext>
            </a:extLst>
          </p:cNvPr>
          <p:cNvSpPr txBox="1"/>
          <p:nvPr/>
        </p:nvSpPr>
        <p:spPr>
          <a:xfrm>
            <a:off x="4836101" y="231851"/>
            <a:ext cx="763740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Monica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D01ACEC-1E2F-4466-9C08-3AF15396F1F2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Erica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1ED0814-F280-4FEC-A5D3-97794B4C2F52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Rita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45C99B2-82D3-4FB2-8C64-022228B29CCE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Tina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AF525A5-67FF-49B1-AFB5-6001D47C7DD9}"/>
              </a:ext>
            </a:extLst>
          </p:cNvPr>
          <p:cNvSpPr txBox="1"/>
          <p:nvPr/>
        </p:nvSpPr>
        <p:spPr>
          <a:xfrm>
            <a:off x="3696250" y="5347079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Sandra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2D098E4-5CBF-4598-8B6A-A12D388E19C9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Mary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10F91F4-0002-4505-994B-1039C6FC556D}"/>
              </a:ext>
            </a:extLst>
          </p:cNvPr>
          <p:cNvSpPr txBox="1"/>
          <p:nvPr/>
        </p:nvSpPr>
        <p:spPr>
          <a:xfrm>
            <a:off x="1005762" y="3372983"/>
            <a:ext cx="774615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Jessica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7E3EA5B-9224-4FD7-8D1F-F0976F6A6B9F}"/>
              </a:ext>
            </a:extLst>
          </p:cNvPr>
          <p:cNvSpPr/>
          <p:nvPr/>
        </p:nvSpPr>
        <p:spPr>
          <a:xfrm>
            <a:off x="-7696" y="-1"/>
            <a:ext cx="9144000" cy="6858000"/>
          </a:xfrm>
          <a:prstGeom prst="rect">
            <a:avLst/>
          </a:prstGeom>
          <a:solidFill>
            <a:schemeClr val="bg2">
              <a:lumMod val="90000"/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B5A025D-6C9D-4206-A7CD-F3FC049917A5}"/>
              </a:ext>
            </a:extLst>
          </p:cNvPr>
          <p:cNvGrpSpPr/>
          <p:nvPr/>
        </p:nvGrpSpPr>
        <p:grpSpPr>
          <a:xfrm>
            <a:off x="7696" y="1"/>
            <a:ext cx="2446240" cy="2604488"/>
            <a:chOff x="7696" y="1"/>
            <a:chExt cx="2446240" cy="2604488"/>
          </a:xfrm>
        </p:grpSpPr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7D6BAC40-5FDF-43F1-A408-5CFD30AA06A1}"/>
                </a:ext>
              </a:extLst>
            </p:cNvPr>
            <p:cNvSpPr/>
            <p:nvPr/>
          </p:nvSpPr>
          <p:spPr>
            <a:xfrm rot="5400000">
              <a:off x="-71428" y="79125"/>
              <a:ext cx="2604488" cy="24462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2BDEB94-F553-4096-8A00-E82C6C31DC3C}"/>
                </a:ext>
              </a:extLst>
            </p:cNvPr>
            <p:cNvSpPr/>
            <p:nvPr/>
          </p:nvSpPr>
          <p:spPr>
            <a:xfrm>
              <a:off x="336550" y="231851"/>
              <a:ext cx="1806300" cy="370834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Add Name Tag</a:t>
              </a:r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2E01FC32-E909-4697-B8A0-B3990951AFE0}"/>
                </a:ext>
              </a:extLst>
            </p:cNvPr>
            <p:cNvSpPr/>
            <p:nvPr/>
          </p:nvSpPr>
          <p:spPr>
            <a:xfrm>
              <a:off x="339863" y="713693"/>
              <a:ext cx="1806300" cy="370834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Reorganise Tokens</a:t>
              </a:r>
            </a:p>
          </p:txBody>
        </p:sp>
        <p:sp>
          <p:nvSpPr>
            <p:cNvPr id="55" name="Rectangle: Rounded Corners 54">
              <a:hlinkClick r:id="rId13" action="ppaction://hlinksldjump"/>
              <a:extLst>
                <a:ext uri="{FF2B5EF4-FFF2-40B4-BE49-F238E27FC236}">
                  <a16:creationId xmlns:a16="http://schemas.microsoft.com/office/drawing/2014/main" id="{25C1D312-3AAA-41AF-87E7-90460BE1BEEF}"/>
                </a:ext>
              </a:extLst>
            </p:cNvPr>
            <p:cNvSpPr/>
            <p:nvPr/>
          </p:nvSpPr>
          <p:spPr>
            <a:xfrm>
              <a:off x="330162" y="1244800"/>
              <a:ext cx="1806300" cy="370834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Night Information</a:t>
              </a: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78C766FF-4F3A-4AF6-B106-9C4BEC63F4BF}"/>
                </a:ext>
              </a:extLst>
            </p:cNvPr>
            <p:cNvSpPr/>
            <p:nvPr/>
          </p:nvSpPr>
          <p:spPr>
            <a:xfrm>
              <a:off x="330162" y="1812696"/>
              <a:ext cx="1806300" cy="370834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Wiki (link)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348374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Baron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75B4BA5-41FC-434A-A047-E4C1FCA23012}"/>
              </a:ext>
            </a:extLst>
          </p:cNvPr>
          <p:cNvSpPr/>
          <p:nvPr/>
        </p:nvSpPr>
        <p:spPr>
          <a:xfrm>
            <a:off x="7202007" y="-1554342"/>
            <a:ext cx="1440000" cy="45719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[Change Character]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pic>
        <p:nvPicPr>
          <p:cNvPr id="39" name="Graphic 38" descr="Home with solid fill">
            <a:hlinkClick r:id="rId10" action="ppaction://hlinksldjump"/>
            <a:extLst>
              <a:ext uri="{FF2B5EF4-FFF2-40B4-BE49-F238E27FC236}">
                <a16:creationId xmlns:a16="http://schemas.microsoft.com/office/drawing/2014/main" id="{ED6D65F2-E5DA-4349-88CC-C302F1F3584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29600" y="0"/>
            <a:ext cx="914400" cy="914400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12A3332F-A2F2-455B-89B9-61978F00168F}"/>
              </a:ext>
            </a:extLst>
          </p:cNvPr>
          <p:cNvGrpSpPr/>
          <p:nvPr/>
        </p:nvGrpSpPr>
        <p:grpSpPr>
          <a:xfrm>
            <a:off x="129592" y="143134"/>
            <a:ext cx="796926" cy="580687"/>
            <a:chOff x="133349" y="261933"/>
            <a:chExt cx="796926" cy="58068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E7959FF-7A54-4250-958D-F25D380AEE23}"/>
                </a:ext>
              </a:extLst>
            </p:cNvPr>
            <p:cNvSpPr/>
            <p:nvPr/>
          </p:nvSpPr>
          <p:spPr>
            <a:xfrm>
              <a:off x="133350" y="48400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A3EDB628-64C9-4381-86AE-5B335D850499}"/>
                </a:ext>
              </a:extLst>
            </p:cNvPr>
            <p:cNvSpPr/>
            <p:nvPr/>
          </p:nvSpPr>
          <p:spPr>
            <a:xfrm>
              <a:off x="133349" y="261933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DBEB6438-4877-4C68-9746-9AA0E3DBB131}"/>
                </a:ext>
              </a:extLst>
            </p:cNvPr>
            <p:cNvSpPr/>
            <p:nvPr/>
          </p:nvSpPr>
          <p:spPr>
            <a:xfrm>
              <a:off x="133349" y="704121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D18A366-1AA1-4ECC-8E98-B553BC3F44E0}"/>
              </a:ext>
            </a:extLst>
          </p:cNvPr>
          <p:cNvGrpSpPr/>
          <p:nvPr/>
        </p:nvGrpSpPr>
        <p:grpSpPr>
          <a:xfrm rot="16200000">
            <a:off x="68116" y="-2525364"/>
            <a:ext cx="2446240" cy="2604488"/>
            <a:chOff x="7696" y="1"/>
            <a:chExt cx="2446240" cy="2604488"/>
          </a:xfrm>
        </p:grpSpPr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4CAC5678-EBAF-4656-93BE-85685F6BE164}"/>
                </a:ext>
              </a:extLst>
            </p:cNvPr>
            <p:cNvSpPr/>
            <p:nvPr/>
          </p:nvSpPr>
          <p:spPr>
            <a:xfrm rot="5400000">
              <a:off x="-71428" y="79125"/>
              <a:ext cx="2604488" cy="24462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3EE6F790-201B-4A72-8162-5AD76FB233AB}"/>
                </a:ext>
              </a:extLst>
            </p:cNvPr>
            <p:cNvSpPr/>
            <p:nvPr/>
          </p:nvSpPr>
          <p:spPr>
            <a:xfrm>
              <a:off x="336550" y="231851"/>
              <a:ext cx="1806300" cy="370834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Add Name Tag</a:t>
              </a: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058E08F3-7F80-4404-915D-D630A267E629}"/>
                </a:ext>
              </a:extLst>
            </p:cNvPr>
            <p:cNvSpPr/>
            <p:nvPr/>
          </p:nvSpPr>
          <p:spPr>
            <a:xfrm>
              <a:off x="339863" y="713693"/>
              <a:ext cx="1806300" cy="370834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Reorganise Tokens</a:t>
              </a:r>
            </a:p>
          </p:txBody>
        </p:sp>
        <p:sp>
          <p:nvSpPr>
            <p:cNvPr id="62" name="Rectangle: Rounded Corners 61">
              <a:extLst>
                <a:ext uri="{FF2B5EF4-FFF2-40B4-BE49-F238E27FC236}">
                  <a16:creationId xmlns:a16="http://schemas.microsoft.com/office/drawing/2014/main" id="{F63E0AFB-E9B9-4200-AD35-230B91021108}"/>
                </a:ext>
              </a:extLst>
            </p:cNvPr>
            <p:cNvSpPr/>
            <p:nvPr/>
          </p:nvSpPr>
          <p:spPr>
            <a:xfrm>
              <a:off x="330162" y="1244800"/>
              <a:ext cx="1806300" cy="370834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Night Information</a:t>
              </a: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978F0F80-7B5D-43F3-B689-C0264D43D8DE}"/>
                </a:ext>
              </a:extLst>
            </p:cNvPr>
            <p:cNvSpPr/>
            <p:nvPr/>
          </p:nvSpPr>
          <p:spPr>
            <a:xfrm>
              <a:off x="330162" y="1812696"/>
              <a:ext cx="1806300" cy="370834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Wiki (link)</a:t>
              </a:r>
            </a:p>
          </p:txBody>
        </p:sp>
      </p:grp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5599FAC5-BBB3-4E15-AEF4-B9BEF903A1C5}"/>
              </a:ext>
            </a:extLst>
          </p:cNvPr>
          <p:cNvCxnSpPr>
            <a:cxnSpLocks/>
          </p:cNvCxnSpPr>
          <p:nvPr/>
        </p:nvCxnSpPr>
        <p:spPr>
          <a:xfrm flipV="1">
            <a:off x="907419" y="1120431"/>
            <a:ext cx="657098" cy="45839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29B0646-227E-4AA6-8A56-136D3D9A08DB}"/>
              </a:ext>
            </a:extLst>
          </p:cNvPr>
          <p:cNvSpPr txBox="1"/>
          <p:nvPr/>
        </p:nvSpPr>
        <p:spPr>
          <a:xfrm>
            <a:off x="285676" y="1578822"/>
            <a:ext cx="109998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Border is opposite colour</a:t>
            </a: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F1692789-AB8B-47D4-BAF8-3E74FAE39E66}"/>
              </a:ext>
            </a:extLst>
          </p:cNvPr>
          <p:cNvCxnSpPr>
            <a:cxnSpLocks/>
          </p:cNvCxnSpPr>
          <p:nvPr/>
        </p:nvCxnSpPr>
        <p:spPr>
          <a:xfrm flipV="1">
            <a:off x="855779" y="2230248"/>
            <a:ext cx="657098" cy="45839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DD746EAA-A6E0-4507-8338-7122333BB9D8}"/>
              </a:ext>
            </a:extLst>
          </p:cNvPr>
          <p:cNvSpPr txBox="1"/>
          <p:nvPr/>
        </p:nvSpPr>
        <p:spPr>
          <a:xfrm>
            <a:off x="-18295" y="2866028"/>
            <a:ext cx="1812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Corresponding Buttons are opposite colours</a:t>
            </a: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AEF9F673-4E76-45CC-9D74-7138144EDC2D}"/>
              </a:ext>
            </a:extLst>
          </p:cNvPr>
          <p:cNvCxnSpPr>
            <a:cxnSpLocks/>
          </p:cNvCxnSpPr>
          <p:nvPr/>
        </p:nvCxnSpPr>
        <p:spPr>
          <a:xfrm flipV="1">
            <a:off x="3281571" y="4096095"/>
            <a:ext cx="657098" cy="458392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EF3E4F92-E7FD-4919-81E0-A56732698C14}"/>
              </a:ext>
            </a:extLst>
          </p:cNvPr>
          <p:cNvSpPr txBox="1"/>
          <p:nvPr/>
        </p:nvSpPr>
        <p:spPr>
          <a:xfrm>
            <a:off x="2407497" y="4731875"/>
            <a:ext cx="1812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Drop down menu / select from grimoire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624458B5-BDC2-4254-8FA5-0BD3DDAC73E8}"/>
              </a:ext>
            </a:extLst>
          </p:cNvPr>
          <p:cNvCxnSpPr>
            <a:cxnSpLocks/>
          </p:cNvCxnSpPr>
          <p:nvPr/>
        </p:nvCxnSpPr>
        <p:spPr>
          <a:xfrm flipH="1" flipV="1">
            <a:off x="6186137" y="4141483"/>
            <a:ext cx="285497" cy="33634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B416F84-A220-4269-841B-F116A4196CC3}"/>
              </a:ext>
            </a:extLst>
          </p:cNvPr>
          <p:cNvSpPr txBox="1"/>
          <p:nvPr/>
        </p:nvSpPr>
        <p:spPr>
          <a:xfrm>
            <a:off x="5597560" y="4655218"/>
            <a:ext cx="1812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Shows similar screen to setup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C614DE-24B1-46C4-A6F5-5371FAA85938}"/>
              </a:ext>
            </a:extLst>
          </p:cNvPr>
          <p:cNvSpPr txBox="1"/>
          <p:nvPr/>
        </p:nvSpPr>
        <p:spPr>
          <a:xfrm>
            <a:off x="4836101" y="231851"/>
            <a:ext cx="763740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Monica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B3D86E4-C5BA-4D31-8621-52B4160A96C9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Erica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A705164-924E-41C7-9E22-1C059A851045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Rita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3897743-C2FD-4271-9857-85032E59E930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Tina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ECDC134-9B4A-4128-9EC2-44E6418A7A84}"/>
              </a:ext>
            </a:extLst>
          </p:cNvPr>
          <p:cNvSpPr txBox="1"/>
          <p:nvPr/>
        </p:nvSpPr>
        <p:spPr>
          <a:xfrm>
            <a:off x="3696250" y="5347079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Sandra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BA7ADC8-48E9-4651-A3D9-891E509A15E9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Mary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5BBC178-87FE-4535-88FA-F3FA2720BCA5}"/>
              </a:ext>
            </a:extLst>
          </p:cNvPr>
          <p:cNvSpPr txBox="1"/>
          <p:nvPr/>
        </p:nvSpPr>
        <p:spPr>
          <a:xfrm>
            <a:off x="1005762" y="3372983"/>
            <a:ext cx="774615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Jessica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D8F0C2C-186E-4158-A677-F921DC5E33E9}"/>
              </a:ext>
            </a:extLst>
          </p:cNvPr>
          <p:cNvSpPr txBox="1"/>
          <p:nvPr/>
        </p:nvSpPr>
        <p:spPr>
          <a:xfrm>
            <a:off x="1706793" y="1897007"/>
            <a:ext cx="747144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Mambo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7362A85-DAB1-499B-B3B2-1EF5C96805F4}"/>
              </a:ext>
            </a:extLst>
          </p:cNvPr>
          <p:cNvGrpSpPr/>
          <p:nvPr/>
        </p:nvGrpSpPr>
        <p:grpSpPr>
          <a:xfrm>
            <a:off x="-11758" y="0"/>
            <a:ext cx="9144000" cy="6858000"/>
            <a:chOff x="0" y="0"/>
            <a:chExt cx="9144000" cy="6858000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47E3EA5B-9224-4FD7-8D1F-F0976F6A6B9F}"/>
                </a:ext>
              </a:extLst>
            </p:cNvPr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chemeClr val="bg2">
                <a:lumMod val="90000"/>
                <a:alpha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D11A8BF3-52E0-46A3-AE63-02EB37A5F914}"/>
                </a:ext>
              </a:extLst>
            </p:cNvPr>
            <p:cNvSpPr/>
            <p:nvPr/>
          </p:nvSpPr>
          <p:spPr>
            <a:xfrm>
              <a:off x="1677692" y="546470"/>
              <a:ext cx="1566425" cy="1258584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28575">
              <a:solidFill>
                <a:srgbClr val="2F55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These Characters are not in play</a:t>
              </a:r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EE0F8FD-EC65-4CE7-816F-92EDF0039852}"/>
                </a:ext>
              </a:extLst>
            </p:cNvPr>
            <p:cNvSpPr/>
            <p:nvPr/>
          </p:nvSpPr>
          <p:spPr>
            <a:xfrm>
              <a:off x="1649262" y="1939165"/>
              <a:ext cx="1566425" cy="12585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28575">
              <a:solidFill>
                <a:srgbClr val="8FAA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These Characters are in play</a:t>
              </a: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A73B3051-D593-4B1E-A42C-217869668863}"/>
                </a:ext>
              </a:extLst>
            </p:cNvPr>
            <p:cNvSpPr/>
            <p:nvPr/>
          </p:nvSpPr>
          <p:spPr>
            <a:xfrm>
              <a:off x="6959364" y="485668"/>
              <a:ext cx="1566425" cy="1258584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This Character Selected You</a:t>
              </a: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7BF0A8A6-18BC-431B-94FE-D8CF48C65A3D}"/>
                </a:ext>
              </a:extLst>
            </p:cNvPr>
            <p:cNvSpPr/>
            <p:nvPr/>
          </p:nvSpPr>
          <p:spPr>
            <a:xfrm>
              <a:off x="3398038" y="503255"/>
              <a:ext cx="1566425" cy="1258584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These are your minions</a:t>
              </a: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47D014E6-0C87-45F2-8895-4D66723CB500}"/>
                </a:ext>
              </a:extLst>
            </p:cNvPr>
            <p:cNvSpPr/>
            <p:nvPr/>
          </p:nvSpPr>
          <p:spPr>
            <a:xfrm>
              <a:off x="3430984" y="1919732"/>
              <a:ext cx="1566425" cy="1258584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 w="28575">
              <a:solidFill>
                <a:srgbClr val="F4B1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This is the demon</a:t>
              </a:r>
            </a:p>
          </p:txBody>
        </p:sp>
        <p:sp>
          <p:nvSpPr>
            <p:cNvPr id="68" name="Rectangle: Rounded Corners 67">
              <a:extLst>
                <a:ext uri="{FF2B5EF4-FFF2-40B4-BE49-F238E27FC236}">
                  <a16:creationId xmlns:a16="http://schemas.microsoft.com/office/drawing/2014/main" id="{77BE3135-10D9-4B27-B219-59A74E06843C}"/>
                </a:ext>
              </a:extLst>
            </p:cNvPr>
            <p:cNvSpPr/>
            <p:nvPr/>
          </p:nvSpPr>
          <p:spPr>
            <a:xfrm>
              <a:off x="5150006" y="501456"/>
              <a:ext cx="1566425" cy="1258584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285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You Are</a:t>
              </a: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994E9F44-12F8-45DD-AEC6-52933D7FA71E}"/>
                </a:ext>
              </a:extLst>
            </p:cNvPr>
            <p:cNvSpPr/>
            <p:nvPr/>
          </p:nvSpPr>
          <p:spPr>
            <a:xfrm>
              <a:off x="6938894" y="1948690"/>
              <a:ext cx="1566425" cy="1258584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Pick a Player</a:t>
              </a: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BDCE006-99DF-4FB5-BC6C-D5012E646EE4}"/>
                </a:ext>
              </a:extLst>
            </p:cNvPr>
            <p:cNvSpPr/>
            <p:nvPr/>
          </p:nvSpPr>
          <p:spPr>
            <a:xfrm>
              <a:off x="5135109" y="1959215"/>
              <a:ext cx="1566425" cy="1258584"/>
            </a:xfrm>
            <a:prstGeom prst="roundRect">
              <a:avLst/>
            </a:prstGeom>
            <a:solidFill>
              <a:schemeClr val="accent4">
                <a:lumMod val="75000"/>
              </a:schemeClr>
            </a:solidFill>
            <a:ln w="28575">
              <a:solidFill>
                <a:srgbClr val="FFD9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This Player Is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9F6B832D-94B3-4FDA-9C52-48AF9538F345}"/>
                </a:ext>
              </a:extLst>
            </p:cNvPr>
            <p:cNvSpPr/>
            <p:nvPr/>
          </p:nvSpPr>
          <p:spPr>
            <a:xfrm>
              <a:off x="3571164" y="3380694"/>
              <a:ext cx="1286064" cy="677084"/>
            </a:xfrm>
            <a:prstGeom prst="roundRect">
              <a:avLst/>
            </a:prstGeom>
            <a:solidFill>
              <a:srgbClr val="002060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Player</a:t>
              </a:r>
            </a:p>
          </p:txBody>
        </p:sp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C489C0A0-6C4E-4349-8C75-9BF894254EE3}"/>
                </a:ext>
              </a:extLst>
            </p:cNvPr>
            <p:cNvSpPr/>
            <p:nvPr/>
          </p:nvSpPr>
          <p:spPr>
            <a:xfrm>
              <a:off x="5229337" y="3350749"/>
              <a:ext cx="1286064" cy="677084"/>
            </a:xfrm>
            <a:prstGeom prst="roundRect">
              <a:avLst/>
            </a:prstGeom>
            <a:solidFill>
              <a:srgbClr val="7030A0"/>
            </a:solidFill>
            <a:ln w="28575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Role</a:t>
              </a:r>
            </a:p>
          </p:txBody>
        </p:sp>
      </p:grpSp>
      <p:sp>
        <p:nvSpPr>
          <p:cNvPr id="37" name="Arrow: Right 36">
            <a:hlinkClick r:id="rId13" action="ppaction://hlinksldjump"/>
            <a:extLst>
              <a:ext uri="{FF2B5EF4-FFF2-40B4-BE49-F238E27FC236}">
                <a16:creationId xmlns:a16="http://schemas.microsoft.com/office/drawing/2014/main" id="{98B79819-4EB1-4505-9F20-97A46D06B18D}"/>
              </a:ext>
            </a:extLst>
          </p:cNvPr>
          <p:cNvSpPr/>
          <p:nvPr/>
        </p:nvSpPr>
        <p:spPr>
          <a:xfrm rot="10800000">
            <a:off x="227988" y="147833"/>
            <a:ext cx="657098" cy="600835"/>
          </a:xfrm>
          <a:prstGeom prst="rightArrow">
            <a:avLst>
              <a:gd name="adj1" fmla="val 25844"/>
              <a:gd name="adj2" fmla="val 47584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18050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FC98043-38B0-4669-B01B-A61ECD45A684}"/>
              </a:ext>
            </a:extLst>
          </p:cNvPr>
          <p:cNvGrpSpPr/>
          <p:nvPr/>
        </p:nvGrpSpPr>
        <p:grpSpPr>
          <a:xfrm>
            <a:off x="1474338" y="2791483"/>
            <a:ext cx="1440000" cy="1440000"/>
            <a:chOff x="5248094" y="546434"/>
            <a:chExt cx="1440000" cy="1440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72371-CA79-304A-AF1F-51F5F4A56B76}"/>
                </a:ext>
              </a:extLst>
            </p:cNvPr>
            <p:cNvSpPr/>
            <p:nvPr/>
          </p:nvSpPr>
          <p:spPr>
            <a:xfrm>
              <a:off x="5248094" y="546434"/>
              <a:ext cx="1440000" cy="1440000"/>
            </a:xfrm>
            <a:prstGeom prst="ellipse">
              <a:avLst/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936E2F6-75CD-739E-DDFE-34B865C77C67}"/>
                </a:ext>
              </a:extLst>
            </p:cNvPr>
            <p:cNvSpPr txBox="1"/>
            <p:nvPr/>
          </p:nvSpPr>
          <p:spPr>
            <a:xfrm>
              <a:off x="5338273" y="63643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C27E6DD-A88E-46BA-997B-8ABADA14A2F8}"/>
              </a:ext>
            </a:extLst>
          </p:cNvPr>
          <p:cNvGrpSpPr/>
          <p:nvPr/>
        </p:nvGrpSpPr>
        <p:grpSpPr>
          <a:xfrm>
            <a:off x="5599841" y="4387567"/>
            <a:ext cx="1440000" cy="1440000"/>
            <a:chOff x="3261301" y="664004"/>
            <a:chExt cx="1440000" cy="1440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C779848-F407-4E5E-82D0-04AD5E87C049}"/>
                </a:ext>
              </a:extLst>
            </p:cNvPr>
            <p:cNvSpPr/>
            <p:nvPr/>
          </p:nvSpPr>
          <p:spPr>
            <a:xfrm>
              <a:off x="3261301" y="664004"/>
              <a:ext cx="1440000" cy="1440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B2EE52-805B-43CF-ACE3-7251CD5E7F10}"/>
                </a:ext>
              </a:extLst>
            </p:cNvPr>
            <p:cNvSpPr txBox="1"/>
            <p:nvPr/>
          </p:nvSpPr>
          <p:spPr>
            <a:xfrm>
              <a:off x="3351480" y="75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687C29-7B6F-4294-A326-07213E59EA7D}"/>
              </a:ext>
            </a:extLst>
          </p:cNvPr>
          <p:cNvGrpSpPr/>
          <p:nvPr/>
        </p:nvGrpSpPr>
        <p:grpSpPr>
          <a:xfrm>
            <a:off x="2142850" y="4387567"/>
            <a:ext cx="1440000" cy="1440000"/>
            <a:chOff x="1731121" y="1976412"/>
            <a:chExt cx="1440000" cy="1440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5D99091-BCA7-4CB7-B9A4-3965160AFDAC}"/>
                </a:ext>
              </a:extLst>
            </p:cNvPr>
            <p:cNvSpPr/>
            <p:nvPr/>
          </p:nvSpPr>
          <p:spPr>
            <a:xfrm>
              <a:off x="1731121" y="1976412"/>
              <a:ext cx="1440000" cy="1440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8A90A87-C992-4977-9F3D-A5C0F230B931}"/>
                </a:ext>
              </a:extLst>
            </p:cNvPr>
            <p:cNvSpPr txBox="1"/>
            <p:nvPr/>
          </p:nvSpPr>
          <p:spPr>
            <a:xfrm>
              <a:off x="1821300" y="2066412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23E6567-44BC-43B0-BE9F-61982F6F6BB0}"/>
              </a:ext>
            </a:extLst>
          </p:cNvPr>
          <p:cNvGrpSpPr/>
          <p:nvPr/>
        </p:nvGrpSpPr>
        <p:grpSpPr>
          <a:xfrm>
            <a:off x="5599841" y="1030431"/>
            <a:ext cx="1440000" cy="1440000"/>
            <a:chOff x="6656606" y="2014004"/>
            <a:chExt cx="1440000" cy="1440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4032F47-7683-4969-ACA3-F8C621788373}"/>
                </a:ext>
              </a:extLst>
            </p:cNvPr>
            <p:cNvSpPr/>
            <p:nvPr/>
          </p:nvSpPr>
          <p:spPr>
            <a:xfrm>
              <a:off x="6656606" y="2014004"/>
              <a:ext cx="1440000" cy="1440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775158C2-09E0-4141-B52F-F482B5CCF2B0}"/>
                </a:ext>
              </a:extLst>
            </p:cNvPr>
            <p:cNvSpPr txBox="1"/>
            <p:nvPr/>
          </p:nvSpPr>
          <p:spPr>
            <a:xfrm>
              <a:off x="6746785" y="2104004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Baron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2FA5A1-6919-48BD-A64B-86B3E51C14CB}"/>
              </a:ext>
            </a:extLst>
          </p:cNvPr>
          <p:cNvGrpSpPr/>
          <p:nvPr/>
        </p:nvGrpSpPr>
        <p:grpSpPr>
          <a:xfrm>
            <a:off x="3852670" y="5107567"/>
            <a:ext cx="1440000" cy="1440000"/>
            <a:chOff x="6098178" y="3786107"/>
            <a:chExt cx="1440000" cy="1440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E054D0-536E-41FD-A9E7-90164052DE30}"/>
                </a:ext>
              </a:extLst>
            </p:cNvPr>
            <p:cNvSpPr/>
            <p:nvPr/>
          </p:nvSpPr>
          <p:spPr>
            <a:xfrm>
              <a:off x="6098178" y="3786107"/>
              <a:ext cx="1440000" cy="1440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8602D8E-2C0E-4D6C-A2FB-24D3F3349149}"/>
                </a:ext>
              </a:extLst>
            </p:cNvPr>
            <p:cNvSpPr txBox="1"/>
            <p:nvPr/>
          </p:nvSpPr>
          <p:spPr>
            <a:xfrm>
              <a:off x="6188357" y="387610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4B78F0F-56FF-40F6-83C7-229E5A059BF7}"/>
              </a:ext>
            </a:extLst>
          </p:cNvPr>
          <p:cNvGrpSpPr/>
          <p:nvPr/>
        </p:nvGrpSpPr>
        <p:grpSpPr>
          <a:xfrm>
            <a:off x="3851999" y="400432"/>
            <a:ext cx="1440000" cy="1440000"/>
            <a:chOff x="4151932" y="4348169"/>
            <a:chExt cx="1440000" cy="144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9B9C6E3-DC89-497B-A4AB-27AFCA3FA722}"/>
                </a:ext>
              </a:extLst>
            </p:cNvPr>
            <p:cNvSpPr/>
            <p:nvPr/>
          </p:nvSpPr>
          <p:spPr>
            <a:xfrm>
              <a:off x="4151932" y="4348169"/>
              <a:ext cx="1440000" cy="1440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24CD025-BDDD-4A2A-8579-59BB532E5C3C}"/>
                </a:ext>
              </a:extLst>
            </p:cNvPr>
            <p:cNvSpPr txBox="1"/>
            <p:nvPr/>
          </p:nvSpPr>
          <p:spPr>
            <a:xfrm>
              <a:off x="4242111" y="4438169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B8CA750-3A32-4F99-9EB6-03F028C1BEE2}"/>
              </a:ext>
            </a:extLst>
          </p:cNvPr>
          <p:cNvGrpSpPr/>
          <p:nvPr/>
        </p:nvGrpSpPr>
        <p:grpSpPr>
          <a:xfrm>
            <a:off x="2194338" y="1030431"/>
            <a:ext cx="1440000" cy="1440000"/>
            <a:chOff x="1918852" y="3953887"/>
            <a:chExt cx="1440000" cy="144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21B742-6578-4DEE-A6B7-2415FEAADD4C}"/>
                </a:ext>
              </a:extLst>
            </p:cNvPr>
            <p:cNvSpPr/>
            <p:nvPr/>
          </p:nvSpPr>
          <p:spPr>
            <a:xfrm>
              <a:off x="1918852" y="3953887"/>
              <a:ext cx="1440000" cy="1440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AFEB7C-9C09-4518-BBDC-E8516CD5CF48}"/>
                </a:ext>
              </a:extLst>
            </p:cNvPr>
            <p:cNvSpPr txBox="1"/>
            <p:nvPr/>
          </p:nvSpPr>
          <p:spPr>
            <a:xfrm>
              <a:off x="2009031" y="4043887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1986F37-B7E1-410F-84D9-F14A8259E156}"/>
              </a:ext>
            </a:extLst>
          </p:cNvPr>
          <p:cNvGrpSpPr/>
          <p:nvPr/>
        </p:nvGrpSpPr>
        <p:grpSpPr>
          <a:xfrm>
            <a:off x="6319841" y="2708999"/>
            <a:ext cx="1440000" cy="1440000"/>
            <a:chOff x="3413701" y="2292868"/>
            <a:chExt cx="1440000" cy="144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819257B-07B0-44E7-86E9-66CC5A786CC4}"/>
                </a:ext>
              </a:extLst>
            </p:cNvPr>
            <p:cNvSpPr/>
            <p:nvPr/>
          </p:nvSpPr>
          <p:spPr>
            <a:xfrm>
              <a:off x="3413701" y="2292868"/>
              <a:ext cx="1440000" cy="1440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E456BD2-E182-4227-AC08-094A0AB7A332}"/>
                </a:ext>
              </a:extLst>
            </p:cNvPr>
            <p:cNvSpPr txBox="1"/>
            <p:nvPr/>
          </p:nvSpPr>
          <p:spPr>
            <a:xfrm>
              <a:off x="3503880" y="2382868"/>
              <a:ext cx="1259641" cy="1260000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sp>
        <p:nvSpPr>
          <p:cNvPr id="29" name="Left Brace 28">
            <a:extLst>
              <a:ext uri="{FF2B5EF4-FFF2-40B4-BE49-F238E27FC236}">
                <a16:creationId xmlns:a16="http://schemas.microsoft.com/office/drawing/2014/main" id="{581BD1B8-AA45-4C18-95F2-81986400ECBF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D8567-3E7D-4C94-A2BE-34AB52F65053}"/>
              </a:ext>
            </a:extLst>
          </p:cNvPr>
          <p:cNvSpPr txBox="1"/>
          <p:nvPr/>
        </p:nvSpPr>
        <p:spPr>
          <a:xfrm>
            <a:off x="2650908" y="723821"/>
            <a:ext cx="7970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4cm x 4cm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A6748B3-7529-47F2-A39B-4C4003FECCB6}"/>
              </a:ext>
            </a:extLst>
          </p:cNvPr>
          <p:cNvCxnSpPr>
            <a:cxnSpLocks/>
          </p:cNvCxnSpPr>
          <p:nvPr/>
        </p:nvCxnSpPr>
        <p:spPr>
          <a:xfrm flipV="1">
            <a:off x="4836101" y="1840432"/>
            <a:ext cx="0" cy="39015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B774836-D3DF-4ABC-BF0C-C4AEA6477CF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75B4BA5-41FC-434A-A047-E4C1FCA23012}"/>
              </a:ext>
            </a:extLst>
          </p:cNvPr>
          <p:cNvSpPr/>
          <p:nvPr/>
        </p:nvSpPr>
        <p:spPr>
          <a:xfrm>
            <a:off x="7202007" y="-1554342"/>
            <a:ext cx="1440000" cy="45719"/>
          </a:xfrm>
          <a:prstGeom prst="roundRect">
            <a:avLst/>
          </a:prstGeom>
          <a:solidFill>
            <a:srgbClr val="DAE3F3">
              <a:alpha val="7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u="sng" dirty="0">
                <a:solidFill>
                  <a:schemeClr val="tx1"/>
                </a:solidFill>
              </a:rPr>
              <a:t>Bob ✎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[Change Character]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[Mark for Execution]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[Kill / Resurrect]</a:t>
            </a:r>
          </a:p>
          <a:p>
            <a:pPr algn="ctr"/>
            <a:r>
              <a:rPr lang="en-GB" sz="1050" dirty="0">
                <a:solidFill>
                  <a:schemeClr val="tx1"/>
                </a:solidFill>
              </a:rPr>
              <a:t>[null / Remove Dead Vote]</a:t>
            </a:r>
          </a:p>
        </p:txBody>
      </p:sp>
      <p:pic>
        <p:nvPicPr>
          <p:cNvPr id="39" name="Graphic 38" descr="Home with solid fill">
            <a:hlinkClick r:id="rId10" action="ppaction://hlinksldjump"/>
            <a:extLst>
              <a:ext uri="{FF2B5EF4-FFF2-40B4-BE49-F238E27FC236}">
                <a16:creationId xmlns:a16="http://schemas.microsoft.com/office/drawing/2014/main" id="{ED6D65F2-E5DA-4349-88CC-C302F1F3584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29600" y="0"/>
            <a:ext cx="914400" cy="914400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9663AD0-3FC2-4AA3-8ED4-2C21A09B55D6}"/>
              </a:ext>
            </a:extLst>
          </p:cNvPr>
          <p:cNvGrpSpPr/>
          <p:nvPr/>
        </p:nvGrpSpPr>
        <p:grpSpPr>
          <a:xfrm>
            <a:off x="129592" y="143134"/>
            <a:ext cx="796926" cy="580687"/>
            <a:chOff x="129592" y="143134"/>
            <a:chExt cx="796926" cy="580687"/>
          </a:xfrm>
        </p:grpSpPr>
        <p:sp>
          <p:nvSpPr>
            <p:cNvPr id="41" name="Rectangle 40">
              <a:hlinkClick r:id="rId13" action="ppaction://hlinksldjump"/>
              <a:extLst>
                <a:ext uri="{FF2B5EF4-FFF2-40B4-BE49-F238E27FC236}">
                  <a16:creationId xmlns:a16="http://schemas.microsoft.com/office/drawing/2014/main" id="{2E7959FF-7A54-4250-958D-F25D380AEE23}"/>
                </a:ext>
              </a:extLst>
            </p:cNvPr>
            <p:cNvSpPr/>
            <p:nvPr/>
          </p:nvSpPr>
          <p:spPr>
            <a:xfrm>
              <a:off x="129593" y="365204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Rectangle 41">
              <a:hlinkClick r:id="rId13" action="ppaction://hlinksldjump"/>
              <a:extLst>
                <a:ext uri="{FF2B5EF4-FFF2-40B4-BE49-F238E27FC236}">
                  <a16:creationId xmlns:a16="http://schemas.microsoft.com/office/drawing/2014/main" id="{A3EDB628-64C9-4381-86AE-5B335D850499}"/>
                </a:ext>
              </a:extLst>
            </p:cNvPr>
            <p:cNvSpPr/>
            <p:nvPr/>
          </p:nvSpPr>
          <p:spPr>
            <a:xfrm>
              <a:off x="129592" y="143134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tangle 42">
              <a:hlinkClick r:id="rId13" action="ppaction://hlinksldjump"/>
              <a:extLst>
                <a:ext uri="{FF2B5EF4-FFF2-40B4-BE49-F238E27FC236}">
                  <a16:creationId xmlns:a16="http://schemas.microsoft.com/office/drawing/2014/main" id="{DBEB6438-4877-4C68-9746-9AA0E3DBB131}"/>
                </a:ext>
              </a:extLst>
            </p:cNvPr>
            <p:cNvSpPr/>
            <p:nvPr/>
          </p:nvSpPr>
          <p:spPr>
            <a:xfrm>
              <a:off x="129592" y="585322"/>
              <a:ext cx="796925" cy="13849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2EAC4247-12D1-4361-B526-EC428DE8F887}"/>
              </a:ext>
            </a:extLst>
          </p:cNvPr>
          <p:cNvGrpSpPr/>
          <p:nvPr/>
        </p:nvGrpSpPr>
        <p:grpSpPr>
          <a:xfrm rot="16200000">
            <a:off x="68116" y="-2525364"/>
            <a:ext cx="2446240" cy="2604488"/>
            <a:chOff x="7696" y="1"/>
            <a:chExt cx="2446240" cy="2604488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6545E863-DE90-46FB-9B45-E233FF9E3520}"/>
                </a:ext>
              </a:extLst>
            </p:cNvPr>
            <p:cNvSpPr/>
            <p:nvPr/>
          </p:nvSpPr>
          <p:spPr>
            <a:xfrm rot="5400000">
              <a:off x="-71428" y="79125"/>
              <a:ext cx="2604488" cy="24462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9822A3A-877F-426A-8D02-40A4192A6BED}"/>
                </a:ext>
              </a:extLst>
            </p:cNvPr>
            <p:cNvSpPr/>
            <p:nvPr/>
          </p:nvSpPr>
          <p:spPr>
            <a:xfrm>
              <a:off x="336550" y="231851"/>
              <a:ext cx="1806300" cy="370834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Add Name Tag</a:t>
              </a: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0875436B-D941-488A-A373-4FA89DE39EA0}"/>
                </a:ext>
              </a:extLst>
            </p:cNvPr>
            <p:cNvSpPr/>
            <p:nvPr/>
          </p:nvSpPr>
          <p:spPr>
            <a:xfrm>
              <a:off x="339863" y="713693"/>
              <a:ext cx="1806300" cy="370834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Reorganise Tokens</a:t>
              </a: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6EF4CDFF-F00A-4E69-93C5-9E3C7D35056C}"/>
                </a:ext>
              </a:extLst>
            </p:cNvPr>
            <p:cNvSpPr/>
            <p:nvPr/>
          </p:nvSpPr>
          <p:spPr>
            <a:xfrm>
              <a:off x="330162" y="1244800"/>
              <a:ext cx="1806300" cy="370834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Night Information</a:t>
              </a:r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220A9799-B94B-4F33-B7E8-266F72A45198}"/>
                </a:ext>
              </a:extLst>
            </p:cNvPr>
            <p:cNvSpPr/>
            <p:nvPr/>
          </p:nvSpPr>
          <p:spPr>
            <a:xfrm>
              <a:off x="330162" y="1812696"/>
              <a:ext cx="1806300" cy="370834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Wiki (link)</a:t>
              </a: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C1F4C384-4B6E-472F-8A38-3D4ED86F6DE5}"/>
              </a:ext>
            </a:extLst>
          </p:cNvPr>
          <p:cNvSpPr txBox="1"/>
          <p:nvPr/>
        </p:nvSpPr>
        <p:spPr>
          <a:xfrm>
            <a:off x="4836101" y="231851"/>
            <a:ext cx="763740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Monica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6A65A00-5185-4144-B197-80CE1B2C0455}"/>
              </a:ext>
            </a:extLst>
          </p:cNvPr>
          <p:cNvSpPr txBox="1"/>
          <p:nvPr/>
        </p:nvSpPr>
        <p:spPr>
          <a:xfrm>
            <a:off x="5323648" y="1952751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Erica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F1E93AA-7DC8-4E1B-B967-225EF2BC04A3}"/>
              </a:ext>
            </a:extLst>
          </p:cNvPr>
          <p:cNvSpPr txBox="1"/>
          <p:nvPr/>
        </p:nvSpPr>
        <p:spPr>
          <a:xfrm>
            <a:off x="6056248" y="3864484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Rita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66D7D64-1D0D-493F-9251-2391970AE8E9}"/>
              </a:ext>
            </a:extLst>
          </p:cNvPr>
          <p:cNvSpPr txBox="1"/>
          <p:nvPr/>
        </p:nvSpPr>
        <p:spPr>
          <a:xfrm>
            <a:off x="6612881" y="4477567"/>
            <a:ext cx="673559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Tina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48B48D5-4CEA-4299-80A7-F33DE31F8E20}"/>
              </a:ext>
            </a:extLst>
          </p:cNvPr>
          <p:cNvSpPr txBox="1"/>
          <p:nvPr/>
        </p:nvSpPr>
        <p:spPr>
          <a:xfrm>
            <a:off x="3696250" y="5347079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Sandra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EDBB69-EC24-4597-A005-3BAF8AC2A7EF}"/>
              </a:ext>
            </a:extLst>
          </p:cNvPr>
          <p:cNvSpPr txBox="1"/>
          <p:nvPr/>
        </p:nvSpPr>
        <p:spPr>
          <a:xfrm>
            <a:off x="3216462" y="4656607"/>
            <a:ext cx="725716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Mary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85EED56-95DD-4A26-9C4D-70B1FE9B020E}"/>
              </a:ext>
            </a:extLst>
          </p:cNvPr>
          <p:cNvSpPr txBox="1"/>
          <p:nvPr/>
        </p:nvSpPr>
        <p:spPr>
          <a:xfrm>
            <a:off x="1005762" y="3372983"/>
            <a:ext cx="774615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Jessica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9DA7E04-7077-4C4E-8DD5-7BE846AE81DD}"/>
              </a:ext>
            </a:extLst>
          </p:cNvPr>
          <p:cNvSpPr txBox="1"/>
          <p:nvPr/>
        </p:nvSpPr>
        <p:spPr>
          <a:xfrm>
            <a:off x="1706793" y="1897007"/>
            <a:ext cx="747144" cy="276999"/>
          </a:xfrm>
          <a:prstGeom prst="rect">
            <a:avLst/>
          </a:prstGeom>
          <a:solidFill>
            <a:srgbClr val="DAE3F3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200" dirty="0">
                <a:latin typeface="Papyrus" panose="03070502060502030205" pitchFamily="66" charset="0"/>
              </a:rPr>
              <a:t>Mambo</a:t>
            </a:r>
          </a:p>
        </p:txBody>
      </p:sp>
    </p:spTree>
    <p:extLst>
      <p:ext uri="{BB962C8B-B14F-4D97-AF65-F5344CB8AC3E}">
        <p14:creationId xmlns:p14="http://schemas.microsoft.com/office/powerpoint/2010/main" val="16740540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2643A07D-5A86-BB99-BD9F-C8A4928688CE}"/>
              </a:ext>
            </a:extLst>
          </p:cNvPr>
          <p:cNvSpPr/>
          <p:nvPr/>
        </p:nvSpPr>
        <p:spPr>
          <a:xfrm>
            <a:off x="3855026" y="313458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FC783C0-A974-6459-C045-B298A206D352}"/>
              </a:ext>
            </a:extLst>
          </p:cNvPr>
          <p:cNvSpPr/>
          <p:nvPr/>
        </p:nvSpPr>
        <p:spPr>
          <a:xfrm>
            <a:off x="5605894" y="1030431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FB6DC38-6407-1ADC-0131-32ED14C08696}"/>
              </a:ext>
            </a:extLst>
          </p:cNvPr>
          <p:cNvSpPr/>
          <p:nvPr/>
        </p:nvSpPr>
        <p:spPr>
          <a:xfrm>
            <a:off x="6322867" y="2712026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239F3A0-C32E-836B-E0A5-8DCBCC93CC94}"/>
              </a:ext>
            </a:extLst>
          </p:cNvPr>
          <p:cNvSpPr/>
          <p:nvPr/>
        </p:nvSpPr>
        <p:spPr>
          <a:xfrm>
            <a:off x="5605894" y="4393621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D55022B-64D8-65D4-C1B5-E7473710079A}"/>
              </a:ext>
            </a:extLst>
          </p:cNvPr>
          <p:cNvSpPr/>
          <p:nvPr/>
        </p:nvSpPr>
        <p:spPr>
          <a:xfrm>
            <a:off x="3855026" y="5110595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A460C49-2524-F521-B005-1CD4DCF412B8}"/>
              </a:ext>
            </a:extLst>
          </p:cNvPr>
          <p:cNvSpPr/>
          <p:nvPr/>
        </p:nvSpPr>
        <p:spPr>
          <a:xfrm>
            <a:off x="2104158" y="1030431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060445E-7EEF-84B1-E719-71F563F0300C}"/>
              </a:ext>
            </a:extLst>
          </p:cNvPr>
          <p:cNvSpPr/>
          <p:nvPr/>
        </p:nvSpPr>
        <p:spPr>
          <a:xfrm>
            <a:off x="1387185" y="2712026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11489E6-629F-4A8B-3465-C001CA9D1009}"/>
              </a:ext>
            </a:extLst>
          </p:cNvPr>
          <p:cNvSpPr/>
          <p:nvPr/>
        </p:nvSpPr>
        <p:spPr>
          <a:xfrm>
            <a:off x="2104157" y="4393621"/>
            <a:ext cx="1433946" cy="14339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Star: 8 Points 12">
            <a:extLst>
              <a:ext uri="{FF2B5EF4-FFF2-40B4-BE49-F238E27FC236}">
                <a16:creationId xmlns:a16="http://schemas.microsoft.com/office/drawing/2014/main" id="{BAB9D564-A872-BD46-357A-3FF4A71E7C43}"/>
              </a:ext>
            </a:extLst>
          </p:cNvPr>
          <p:cNvSpPr/>
          <p:nvPr/>
        </p:nvSpPr>
        <p:spPr>
          <a:xfrm>
            <a:off x="2104158" y="1030431"/>
            <a:ext cx="4935683" cy="4797137"/>
          </a:xfrm>
          <a:prstGeom prst="star8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73009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1CAF2-8C2F-F626-4D8C-52DE56379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Arrow: Left 3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E9ED819A-CA3E-50B5-D7E2-22E9B3E3A8BD}"/>
              </a:ext>
            </a:extLst>
          </p:cNvPr>
          <p:cNvSpPr/>
          <p:nvPr/>
        </p:nvSpPr>
        <p:spPr>
          <a:xfrm>
            <a:off x="8530936" y="476151"/>
            <a:ext cx="519545" cy="3810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4D98BB2-E90E-3B45-0C49-4C7E7B4EB0D3}"/>
              </a:ext>
            </a:extLst>
          </p:cNvPr>
          <p:cNvGrpSpPr/>
          <p:nvPr/>
        </p:nvGrpSpPr>
        <p:grpSpPr>
          <a:xfrm>
            <a:off x="2104156" y="1030431"/>
            <a:ext cx="1433946" cy="1433946"/>
            <a:chOff x="2104156" y="1030431"/>
            <a:chExt cx="1433946" cy="1433946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BC31709-064D-5D89-377B-2FB8899B1FD9}"/>
                </a:ext>
              </a:extLst>
            </p:cNvPr>
            <p:cNvSpPr/>
            <p:nvPr/>
          </p:nvSpPr>
          <p:spPr>
            <a:xfrm>
              <a:off x="2104156" y="1030431"/>
              <a:ext cx="1433946" cy="1433946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6C90E19-6E8E-5B1E-20C0-F76AFEF02569}"/>
                </a:ext>
              </a:extLst>
            </p:cNvPr>
            <p:cNvSpPr txBox="1"/>
            <p:nvPr/>
          </p:nvSpPr>
          <p:spPr>
            <a:xfrm>
              <a:off x="2193958" y="1156148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2C5F8CC-102F-B651-9A97-9CA87EBA1BBB}"/>
              </a:ext>
            </a:extLst>
          </p:cNvPr>
          <p:cNvGrpSpPr/>
          <p:nvPr/>
        </p:nvGrpSpPr>
        <p:grpSpPr>
          <a:xfrm>
            <a:off x="3855026" y="313458"/>
            <a:ext cx="1433946" cy="1433946"/>
            <a:chOff x="3855026" y="313458"/>
            <a:chExt cx="1433946" cy="1433946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9D89A60-560B-95F9-2D91-CB8376BF643B}"/>
                </a:ext>
              </a:extLst>
            </p:cNvPr>
            <p:cNvSpPr/>
            <p:nvPr/>
          </p:nvSpPr>
          <p:spPr>
            <a:xfrm>
              <a:off x="3855026" y="313458"/>
              <a:ext cx="1433946" cy="1433946"/>
            </a:xfrm>
            <a:prstGeom prst="ellipse">
              <a:avLst/>
            </a:prstGeom>
            <a:blipFill dpi="0" rotWithShape="1">
              <a:blip r:embed="rId3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07216A7-5044-6730-93CC-81BF90B16764}"/>
                </a:ext>
              </a:extLst>
            </p:cNvPr>
            <p:cNvSpPr txBox="1"/>
            <p:nvPr/>
          </p:nvSpPr>
          <p:spPr>
            <a:xfrm>
              <a:off x="3944825" y="412280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0FDE90B-FE3D-E8A2-0DC6-C0460345FA9D}"/>
              </a:ext>
            </a:extLst>
          </p:cNvPr>
          <p:cNvGrpSpPr/>
          <p:nvPr/>
        </p:nvGrpSpPr>
        <p:grpSpPr>
          <a:xfrm>
            <a:off x="1387185" y="2712026"/>
            <a:ext cx="1433946" cy="1433946"/>
            <a:chOff x="1387185" y="2712026"/>
            <a:chExt cx="1433946" cy="1433946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6F3A39B-3033-D51F-6EFA-CE657FBE07B8}"/>
                </a:ext>
              </a:extLst>
            </p:cNvPr>
            <p:cNvSpPr/>
            <p:nvPr/>
          </p:nvSpPr>
          <p:spPr>
            <a:xfrm>
              <a:off x="1387185" y="2712026"/>
              <a:ext cx="1433946" cy="1433946"/>
            </a:xfrm>
            <a:prstGeom prst="ellipse">
              <a:avLst/>
            </a:prstGeom>
            <a:blipFill>
              <a:blip r:embed="rId4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C13EF75-C671-BDCD-F9F5-34B3C8B203D5}"/>
                </a:ext>
              </a:extLst>
            </p:cNvPr>
            <p:cNvSpPr txBox="1"/>
            <p:nvPr/>
          </p:nvSpPr>
          <p:spPr>
            <a:xfrm>
              <a:off x="1476983" y="2837743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ADC3FF-4957-AEA6-22D2-E9EAE6D5D0F6}"/>
              </a:ext>
            </a:extLst>
          </p:cNvPr>
          <p:cNvGrpSpPr/>
          <p:nvPr/>
        </p:nvGrpSpPr>
        <p:grpSpPr>
          <a:xfrm>
            <a:off x="2104157" y="4393621"/>
            <a:ext cx="1433946" cy="1433946"/>
            <a:chOff x="2104157" y="4393621"/>
            <a:chExt cx="1433946" cy="1433946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A8C25D0-4130-0613-F582-D7240861B8CD}"/>
                </a:ext>
              </a:extLst>
            </p:cNvPr>
            <p:cNvSpPr/>
            <p:nvPr/>
          </p:nvSpPr>
          <p:spPr>
            <a:xfrm>
              <a:off x="2104157" y="4393621"/>
              <a:ext cx="1433946" cy="1433946"/>
            </a:xfrm>
            <a:prstGeom prst="ellipse">
              <a:avLst/>
            </a:prstGeom>
            <a:blipFill>
              <a:blip r:embed="rId5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90C0E36-A130-FD1D-DB85-839F557E789F}"/>
                </a:ext>
              </a:extLst>
            </p:cNvPr>
            <p:cNvSpPr txBox="1"/>
            <p:nvPr/>
          </p:nvSpPr>
          <p:spPr>
            <a:xfrm>
              <a:off x="2193958" y="451934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2965AFB-4383-14E8-BABB-38345A75F87F}"/>
              </a:ext>
            </a:extLst>
          </p:cNvPr>
          <p:cNvGrpSpPr/>
          <p:nvPr/>
        </p:nvGrpSpPr>
        <p:grpSpPr>
          <a:xfrm>
            <a:off x="5605894" y="1030431"/>
            <a:ext cx="1433946" cy="1433946"/>
            <a:chOff x="5605894" y="1030431"/>
            <a:chExt cx="1433946" cy="1433946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7B5B9C5-09BB-08EF-AC01-3553C57105BD}"/>
                </a:ext>
              </a:extLst>
            </p:cNvPr>
            <p:cNvSpPr/>
            <p:nvPr/>
          </p:nvSpPr>
          <p:spPr>
            <a:xfrm>
              <a:off x="5605894" y="1030431"/>
              <a:ext cx="1433946" cy="1433946"/>
            </a:xfrm>
            <a:prstGeom prst="ellipse">
              <a:avLst/>
            </a:prstGeom>
            <a:blipFill>
              <a:blip r:embed="rId6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FF54CAA-898A-7529-1C59-4381E2E9AF3A}"/>
                </a:ext>
              </a:extLst>
            </p:cNvPr>
            <p:cNvSpPr txBox="1"/>
            <p:nvPr/>
          </p:nvSpPr>
          <p:spPr>
            <a:xfrm>
              <a:off x="5695692" y="1156148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Imp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DF24D23-573A-5D64-9D22-B7C5A8C7C0C7}"/>
              </a:ext>
            </a:extLst>
          </p:cNvPr>
          <p:cNvGrpSpPr/>
          <p:nvPr/>
        </p:nvGrpSpPr>
        <p:grpSpPr>
          <a:xfrm>
            <a:off x="6322867" y="2712026"/>
            <a:ext cx="1433946" cy="1433946"/>
            <a:chOff x="6322867" y="2712026"/>
            <a:chExt cx="1433946" cy="143394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45741DA-76B8-C750-75F3-19EC624BF2D6}"/>
                </a:ext>
              </a:extLst>
            </p:cNvPr>
            <p:cNvSpPr/>
            <p:nvPr/>
          </p:nvSpPr>
          <p:spPr>
            <a:xfrm>
              <a:off x="6322867" y="2712026"/>
              <a:ext cx="1433946" cy="1433946"/>
            </a:xfrm>
            <a:prstGeom prst="ellipse">
              <a:avLst/>
            </a:prstGeom>
            <a:blipFill>
              <a:blip r:embed="rId7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CE80F51-88CD-6C20-4001-D979DA5F6E76}"/>
                </a:ext>
              </a:extLst>
            </p:cNvPr>
            <p:cNvSpPr txBox="1"/>
            <p:nvPr/>
          </p:nvSpPr>
          <p:spPr>
            <a:xfrm>
              <a:off x="6417020" y="2837743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763A53B-E877-3B8E-5E3A-742B90F107D0}"/>
              </a:ext>
            </a:extLst>
          </p:cNvPr>
          <p:cNvGrpSpPr/>
          <p:nvPr/>
        </p:nvGrpSpPr>
        <p:grpSpPr>
          <a:xfrm>
            <a:off x="5605894" y="4393621"/>
            <a:ext cx="1433946" cy="1433946"/>
            <a:chOff x="5605894" y="4393621"/>
            <a:chExt cx="1433946" cy="1433946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0F668CB-4402-DFFA-56AD-E5251B3B4C5B}"/>
                </a:ext>
              </a:extLst>
            </p:cNvPr>
            <p:cNvSpPr/>
            <p:nvPr/>
          </p:nvSpPr>
          <p:spPr>
            <a:xfrm>
              <a:off x="5605894" y="4393621"/>
              <a:ext cx="1433946" cy="1433946"/>
            </a:xfrm>
            <a:prstGeom prst="ellipse">
              <a:avLst/>
            </a:prstGeom>
            <a:blipFill>
              <a:blip r:embed="rId8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366942A-0F64-8BC9-CDE5-13B1B692D804}"/>
                </a:ext>
              </a:extLst>
            </p:cNvPr>
            <p:cNvSpPr txBox="1"/>
            <p:nvPr/>
          </p:nvSpPr>
          <p:spPr>
            <a:xfrm>
              <a:off x="5695692" y="451934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594B7D7-3004-0F0B-AC93-04181D218750}"/>
              </a:ext>
            </a:extLst>
          </p:cNvPr>
          <p:cNvGrpSpPr/>
          <p:nvPr/>
        </p:nvGrpSpPr>
        <p:grpSpPr>
          <a:xfrm>
            <a:off x="3855026" y="5110595"/>
            <a:ext cx="1433946" cy="1433946"/>
            <a:chOff x="3855026" y="5110595"/>
            <a:chExt cx="1433946" cy="1433946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C978071-CFD9-AF32-DC9A-9E35887E3733}"/>
                </a:ext>
              </a:extLst>
            </p:cNvPr>
            <p:cNvSpPr/>
            <p:nvPr/>
          </p:nvSpPr>
          <p:spPr>
            <a:xfrm>
              <a:off x="3855026" y="5110595"/>
              <a:ext cx="1433946" cy="1433946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E00EBE1-4ABD-3DD5-6DC4-0CC886DA9AD1}"/>
                </a:ext>
              </a:extLst>
            </p:cNvPr>
            <p:cNvSpPr txBox="1"/>
            <p:nvPr/>
          </p:nvSpPr>
          <p:spPr>
            <a:xfrm>
              <a:off x="3944824" y="523631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sp>
        <p:nvSpPr>
          <p:cNvPr id="13" name="Left Brace 12">
            <a:extLst>
              <a:ext uri="{FF2B5EF4-FFF2-40B4-BE49-F238E27FC236}">
                <a16:creationId xmlns:a16="http://schemas.microsoft.com/office/drawing/2014/main" id="{F1A80D50-6334-3B52-B34B-FFDAF505DBD2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C142C5-5F52-1252-6FBD-6820E04F8A92}"/>
              </a:ext>
            </a:extLst>
          </p:cNvPr>
          <p:cNvSpPr txBox="1"/>
          <p:nvPr/>
        </p:nvSpPr>
        <p:spPr>
          <a:xfrm>
            <a:off x="2453730" y="762592"/>
            <a:ext cx="11560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3.98cm x 3.98cm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4A23862-13A0-A5A2-1042-5758BC25CF8C}"/>
              </a:ext>
            </a:extLst>
          </p:cNvPr>
          <p:cNvCxnSpPr>
            <a:cxnSpLocks/>
          </p:cNvCxnSpPr>
          <p:nvPr/>
        </p:nvCxnSpPr>
        <p:spPr>
          <a:xfrm flipH="1" flipV="1">
            <a:off x="4678829" y="1594791"/>
            <a:ext cx="157272" cy="63579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3DD88F7-1F78-8BC5-EE92-2C077CFBB5B8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85DFFF76-3E66-EA43-071D-E26B898CA4ED}"/>
              </a:ext>
            </a:extLst>
          </p:cNvPr>
          <p:cNvSpPr/>
          <p:nvPr/>
        </p:nvSpPr>
        <p:spPr>
          <a:xfrm>
            <a:off x="9350314" y="313458"/>
            <a:ext cx="2873897" cy="6231083"/>
          </a:xfrm>
          <a:prstGeom prst="roundRect">
            <a:avLst/>
          </a:prstGeom>
          <a:solidFill>
            <a:srgbClr val="DAE3F3">
              <a:alpha val="50196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Multiplication Sign 27">
            <a:extLst>
              <a:ext uri="{FF2B5EF4-FFF2-40B4-BE49-F238E27FC236}">
                <a16:creationId xmlns:a16="http://schemas.microsoft.com/office/drawing/2014/main" id="{B196CCC3-C822-9610-9CAF-C88F257B11EF}"/>
              </a:ext>
            </a:extLst>
          </p:cNvPr>
          <p:cNvSpPr/>
          <p:nvPr/>
        </p:nvSpPr>
        <p:spPr>
          <a:xfrm>
            <a:off x="11484904" y="323162"/>
            <a:ext cx="701040" cy="701040"/>
          </a:xfrm>
          <a:prstGeom prst="mathMultiply">
            <a:avLst>
              <a:gd name="adj1" fmla="val 12892"/>
            </a:avLst>
          </a:prstGeom>
          <a:solidFill>
            <a:schemeClr val="tx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83625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A1ADD-C855-6198-6B6F-3CA48AD08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Arrow: Left 3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89FCC071-FB47-B87E-897A-2906DCEB2F73}"/>
              </a:ext>
            </a:extLst>
          </p:cNvPr>
          <p:cNvSpPr/>
          <p:nvPr/>
        </p:nvSpPr>
        <p:spPr>
          <a:xfrm>
            <a:off x="10617172" y="476151"/>
            <a:ext cx="519545" cy="3810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9E523E9-B44B-3951-92E7-80489C92E434}"/>
              </a:ext>
            </a:extLst>
          </p:cNvPr>
          <p:cNvGrpSpPr/>
          <p:nvPr/>
        </p:nvGrpSpPr>
        <p:grpSpPr>
          <a:xfrm>
            <a:off x="2104156" y="1030431"/>
            <a:ext cx="1433946" cy="1433946"/>
            <a:chOff x="2104156" y="1030431"/>
            <a:chExt cx="1433946" cy="1433946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6891D41-0EB1-975E-9C02-BDE8F99401D1}"/>
                </a:ext>
              </a:extLst>
            </p:cNvPr>
            <p:cNvSpPr/>
            <p:nvPr/>
          </p:nvSpPr>
          <p:spPr>
            <a:xfrm>
              <a:off x="2104156" y="1030431"/>
              <a:ext cx="1433946" cy="1433946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36C7AB5-FE14-CD96-2FEC-7FDD9AE70BD4}"/>
                </a:ext>
              </a:extLst>
            </p:cNvPr>
            <p:cNvSpPr txBox="1"/>
            <p:nvPr/>
          </p:nvSpPr>
          <p:spPr>
            <a:xfrm>
              <a:off x="2193958" y="1156148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68DB45D1-4710-8533-E3F1-11A9F027CCC1}"/>
              </a:ext>
            </a:extLst>
          </p:cNvPr>
          <p:cNvGrpSpPr/>
          <p:nvPr/>
        </p:nvGrpSpPr>
        <p:grpSpPr>
          <a:xfrm>
            <a:off x="3855026" y="313458"/>
            <a:ext cx="1433946" cy="1433946"/>
            <a:chOff x="3855026" y="313458"/>
            <a:chExt cx="1433946" cy="1433946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A46AC0B-A31E-A9FE-ECCB-7D9B4C616E53}"/>
                </a:ext>
              </a:extLst>
            </p:cNvPr>
            <p:cNvSpPr/>
            <p:nvPr/>
          </p:nvSpPr>
          <p:spPr>
            <a:xfrm>
              <a:off x="3855026" y="313458"/>
              <a:ext cx="1433946" cy="1433946"/>
            </a:xfrm>
            <a:prstGeom prst="ellipse">
              <a:avLst/>
            </a:prstGeom>
            <a:blipFill dpi="0" rotWithShape="1">
              <a:blip r:embed="rId3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D5ED669-62BA-5B25-970D-AAF34C61B3A3}"/>
                </a:ext>
              </a:extLst>
            </p:cNvPr>
            <p:cNvSpPr txBox="1"/>
            <p:nvPr/>
          </p:nvSpPr>
          <p:spPr>
            <a:xfrm>
              <a:off x="3944825" y="412280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ADB4E20-D67F-CDDA-6B10-BA05625BCE88}"/>
              </a:ext>
            </a:extLst>
          </p:cNvPr>
          <p:cNvGrpSpPr/>
          <p:nvPr/>
        </p:nvGrpSpPr>
        <p:grpSpPr>
          <a:xfrm>
            <a:off x="1387185" y="2712026"/>
            <a:ext cx="1433946" cy="1433946"/>
            <a:chOff x="1387185" y="2712026"/>
            <a:chExt cx="1433946" cy="1433946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285DC8D-7737-F78C-2594-12B37420A2F9}"/>
                </a:ext>
              </a:extLst>
            </p:cNvPr>
            <p:cNvSpPr/>
            <p:nvPr/>
          </p:nvSpPr>
          <p:spPr>
            <a:xfrm>
              <a:off x="1387185" y="2712026"/>
              <a:ext cx="1433946" cy="1433946"/>
            </a:xfrm>
            <a:prstGeom prst="ellipse">
              <a:avLst/>
            </a:prstGeom>
            <a:blipFill>
              <a:blip r:embed="rId4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559408-FC5A-FCB5-EF80-A5E542D93839}"/>
                </a:ext>
              </a:extLst>
            </p:cNvPr>
            <p:cNvSpPr txBox="1"/>
            <p:nvPr/>
          </p:nvSpPr>
          <p:spPr>
            <a:xfrm>
              <a:off x="1476983" y="2837743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F18395A-4C6F-DE11-315B-9785478E4F0E}"/>
              </a:ext>
            </a:extLst>
          </p:cNvPr>
          <p:cNvGrpSpPr/>
          <p:nvPr/>
        </p:nvGrpSpPr>
        <p:grpSpPr>
          <a:xfrm>
            <a:off x="2104157" y="4393621"/>
            <a:ext cx="1433946" cy="1433946"/>
            <a:chOff x="2104157" y="4393621"/>
            <a:chExt cx="1433946" cy="1433946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32F81BCE-0788-1C0A-7CC2-AE1F2A26D321}"/>
                </a:ext>
              </a:extLst>
            </p:cNvPr>
            <p:cNvSpPr/>
            <p:nvPr/>
          </p:nvSpPr>
          <p:spPr>
            <a:xfrm>
              <a:off x="2104157" y="4393621"/>
              <a:ext cx="1433946" cy="1433946"/>
            </a:xfrm>
            <a:prstGeom prst="ellipse">
              <a:avLst/>
            </a:prstGeom>
            <a:blipFill>
              <a:blip r:embed="rId5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D2BFA37-E54B-6061-1B76-775CB4C9E29A}"/>
                </a:ext>
              </a:extLst>
            </p:cNvPr>
            <p:cNvSpPr txBox="1"/>
            <p:nvPr/>
          </p:nvSpPr>
          <p:spPr>
            <a:xfrm>
              <a:off x="2193958" y="451934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A845B7D-8DB1-9221-6149-23BD03A7A1C6}"/>
              </a:ext>
            </a:extLst>
          </p:cNvPr>
          <p:cNvGrpSpPr/>
          <p:nvPr/>
        </p:nvGrpSpPr>
        <p:grpSpPr>
          <a:xfrm>
            <a:off x="5605894" y="1030431"/>
            <a:ext cx="1433946" cy="1433946"/>
            <a:chOff x="5605894" y="1030431"/>
            <a:chExt cx="1433946" cy="1433946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4DF759FD-CEA8-A3AE-2AC0-AE8641EB3152}"/>
                </a:ext>
              </a:extLst>
            </p:cNvPr>
            <p:cNvSpPr/>
            <p:nvPr/>
          </p:nvSpPr>
          <p:spPr>
            <a:xfrm>
              <a:off x="5605894" y="1030431"/>
              <a:ext cx="1433946" cy="1433946"/>
            </a:xfrm>
            <a:prstGeom prst="ellipse">
              <a:avLst/>
            </a:prstGeom>
            <a:blipFill>
              <a:blip r:embed="rId6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43DFF15-2B6A-E7B7-8396-5B4E33CFB155}"/>
                </a:ext>
              </a:extLst>
            </p:cNvPr>
            <p:cNvSpPr txBox="1"/>
            <p:nvPr/>
          </p:nvSpPr>
          <p:spPr>
            <a:xfrm>
              <a:off x="5695692" y="1156148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Imp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41F4C31-0528-5E82-085B-F622991AD6FF}"/>
              </a:ext>
            </a:extLst>
          </p:cNvPr>
          <p:cNvGrpSpPr/>
          <p:nvPr/>
        </p:nvGrpSpPr>
        <p:grpSpPr>
          <a:xfrm>
            <a:off x="6322867" y="2712026"/>
            <a:ext cx="1433946" cy="1433946"/>
            <a:chOff x="6322867" y="2712026"/>
            <a:chExt cx="1433946" cy="143394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3032D24-A608-135E-F3A0-61DBF0896B13}"/>
                </a:ext>
              </a:extLst>
            </p:cNvPr>
            <p:cNvSpPr/>
            <p:nvPr/>
          </p:nvSpPr>
          <p:spPr>
            <a:xfrm>
              <a:off x="6322867" y="2712026"/>
              <a:ext cx="1433946" cy="1433946"/>
            </a:xfrm>
            <a:prstGeom prst="ellipse">
              <a:avLst/>
            </a:prstGeom>
            <a:blipFill>
              <a:blip r:embed="rId7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B484A20-727B-9637-040A-BB229C3E5E0C}"/>
                </a:ext>
              </a:extLst>
            </p:cNvPr>
            <p:cNvSpPr txBox="1"/>
            <p:nvPr/>
          </p:nvSpPr>
          <p:spPr>
            <a:xfrm>
              <a:off x="6417020" y="2837743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1820FCE-C96F-CA27-DA74-6B42C845BAB7}"/>
              </a:ext>
            </a:extLst>
          </p:cNvPr>
          <p:cNvGrpSpPr/>
          <p:nvPr/>
        </p:nvGrpSpPr>
        <p:grpSpPr>
          <a:xfrm>
            <a:off x="5605894" y="4393621"/>
            <a:ext cx="1433946" cy="1433946"/>
            <a:chOff x="5605894" y="4393621"/>
            <a:chExt cx="1433946" cy="1433946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0A12530-D13E-216C-1F0E-4FCED2DDD996}"/>
                </a:ext>
              </a:extLst>
            </p:cNvPr>
            <p:cNvSpPr/>
            <p:nvPr/>
          </p:nvSpPr>
          <p:spPr>
            <a:xfrm>
              <a:off x="5605894" y="4393621"/>
              <a:ext cx="1433946" cy="1433946"/>
            </a:xfrm>
            <a:prstGeom prst="ellipse">
              <a:avLst/>
            </a:prstGeom>
            <a:blipFill>
              <a:blip r:embed="rId8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3500AA8-F1A6-25B2-B940-596156C1A1BC}"/>
                </a:ext>
              </a:extLst>
            </p:cNvPr>
            <p:cNvSpPr txBox="1"/>
            <p:nvPr/>
          </p:nvSpPr>
          <p:spPr>
            <a:xfrm>
              <a:off x="5695692" y="451934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78B0870-DEDB-ADD6-3920-ED9396BB18AB}"/>
              </a:ext>
            </a:extLst>
          </p:cNvPr>
          <p:cNvGrpSpPr/>
          <p:nvPr/>
        </p:nvGrpSpPr>
        <p:grpSpPr>
          <a:xfrm>
            <a:off x="3855026" y="5110595"/>
            <a:ext cx="1433946" cy="1433946"/>
            <a:chOff x="3855026" y="5110595"/>
            <a:chExt cx="1433946" cy="1433946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457E77D-13E9-C4F3-BA7D-C62C8AC506C7}"/>
                </a:ext>
              </a:extLst>
            </p:cNvPr>
            <p:cNvSpPr/>
            <p:nvPr/>
          </p:nvSpPr>
          <p:spPr>
            <a:xfrm>
              <a:off x="3855026" y="5110595"/>
              <a:ext cx="1433946" cy="1433946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257842A-A629-895F-3AF2-932225F07BD8}"/>
                </a:ext>
              </a:extLst>
            </p:cNvPr>
            <p:cNvSpPr txBox="1"/>
            <p:nvPr/>
          </p:nvSpPr>
          <p:spPr>
            <a:xfrm>
              <a:off x="3944824" y="523631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sp>
        <p:nvSpPr>
          <p:cNvPr id="13" name="Left Brace 12">
            <a:extLst>
              <a:ext uri="{FF2B5EF4-FFF2-40B4-BE49-F238E27FC236}">
                <a16:creationId xmlns:a16="http://schemas.microsoft.com/office/drawing/2014/main" id="{28DB5FA3-EB92-D4A4-09AF-4C54A3EE7909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ED4A44-2911-9908-202F-8AE0EA25AB0B}"/>
              </a:ext>
            </a:extLst>
          </p:cNvPr>
          <p:cNvSpPr txBox="1"/>
          <p:nvPr/>
        </p:nvSpPr>
        <p:spPr>
          <a:xfrm>
            <a:off x="2453730" y="762592"/>
            <a:ext cx="11560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3.98cm x 3.98cm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C8AAFAE-3F0B-C0E1-DF2C-BB3DE72C9A46}"/>
              </a:ext>
            </a:extLst>
          </p:cNvPr>
          <p:cNvCxnSpPr>
            <a:cxnSpLocks/>
          </p:cNvCxnSpPr>
          <p:nvPr/>
        </p:nvCxnSpPr>
        <p:spPr>
          <a:xfrm flipH="1" flipV="1">
            <a:off x="4678829" y="1594791"/>
            <a:ext cx="157272" cy="63579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8B71E1B-8C19-BE4B-EA3B-2ED9A31CBD66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D77D7F03-FE7D-0511-D36D-76A421B5112E}"/>
              </a:ext>
            </a:extLst>
          </p:cNvPr>
          <p:cNvSpPr/>
          <p:nvPr/>
        </p:nvSpPr>
        <p:spPr>
          <a:xfrm>
            <a:off x="6087567" y="313458"/>
            <a:ext cx="2873897" cy="6231083"/>
          </a:xfrm>
          <a:prstGeom prst="roundRect">
            <a:avLst/>
          </a:prstGeom>
          <a:solidFill>
            <a:srgbClr val="DAE3F3">
              <a:alpha val="50196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Multiplication Sign 1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D2838554-9454-9706-8B9B-5487CEEBE09D}"/>
              </a:ext>
            </a:extLst>
          </p:cNvPr>
          <p:cNvSpPr/>
          <p:nvPr/>
        </p:nvSpPr>
        <p:spPr>
          <a:xfrm>
            <a:off x="8222152" y="323162"/>
            <a:ext cx="701040" cy="701040"/>
          </a:xfrm>
          <a:prstGeom prst="mathMultiply">
            <a:avLst>
              <a:gd name="adj1" fmla="val 12892"/>
            </a:avLst>
          </a:prstGeom>
          <a:solidFill>
            <a:schemeClr val="tx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90984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83911-5F79-B295-AE52-E39751ED0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Arrow: Left 37">
            <a:extLst>
              <a:ext uri="{FF2B5EF4-FFF2-40B4-BE49-F238E27FC236}">
                <a16:creationId xmlns:a16="http://schemas.microsoft.com/office/drawing/2014/main" id="{5959E807-547B-DC1F-7373-6CB7B75336F1}"/>
              </a:ext>
            </a:extLst>
          </p:cNvPr>
          <p:cNvSpPr/>
          <p:nvPr/>
        </p:nvSpPr>
        <p:spPr>
          <a:xfrm>
            <a:off x="8530936" y="476151"/>
            <a:ext cx="519545" cy="3810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6848B4D-3861-ACE9-8A68-6C0D13D94F8D}"/>
              </a:ext>
            </a:extLst>
          </p:cNvPr>
          <p:cNvGrpSpPr/>
          <p:nvPr/>
        </p:nvGrpSpPr>
        <p:grpSpPr>
          <a:xfrm>
            <a:off x="2104156" y="1030431"/>
            <a:ext cx="1433946" cy="1433946"/>
            <a:chOff x="2104156" y="1030431"/>
            <a:chExt cx="1433946" cy="1433946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846D7C58-B309-6BEA-B202-933B0EB8DC86}"/>
                </a:ext>
              </a:extLst>
            </p:cNvPr>
            <p:cNvSpPr/>
            <p:nvPr/>
          </p:nvSpPr>
          <p:spPr>
            <a:xfrm>
              <a:off x="2104156" y="1030431"/>
              <a:ext cx="1433946" cy="1433946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9412BC9-C952-8C33-4254-ED1702F98FF5}"/>
                </a:ext>
              </a:extLst>
            </p:cNvPr>
            <p:cNvSpPr txBox="1"/>
            <p:nvPr/>
          </p:nvSpPr>
          <p:spPr>
            <a:xfrm>
              <a:off x="2193958" y="1156148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A25CD05-4183-281E-4007-9EFD95A55497}"/>
              </a:ext>
            </a:extLst>
          </p:cNvPr>
          <p:cNvGrpSpPr/>
          <p:nvPr/>
        </p:nvGrpSpPr>
        <p:grpSpPr>
          <a:xfrm>
            <a:off x="3855026" y="313458"/>
            <a:ext cx="1433946" cy="1433946"/>
            <a:chOff x="3855026" y="313458"/>
            <a:chExt cx="1433946" cy="1433946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3D83623-0C96-440E-60F9-DE348A78B4FE}"/>
                </a:ext>
              </a:extLst>
            </p:cNvPr>
            <p:cNvSpPr/>
            <p:nvPr/>
          </p:nvSpPr>
          <p:spPr>
            <a:xfrm>
              <a:off x="3855026" y="313458"/>
              <a:ext cx="1433946" cy="1433946"/>
            </a:xfrm>
            <a:prstGeom prst="ellipse">
              <a:avLst/>
            </a:prstGeom>
            <a:blipFill dpi="0" rotWithShape="1">
              <a:blip r:embed="rId3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FC0D752-1C5B-099A-10FE-5DA9CEE37337}"/>
                </a:ext>
              </a:extLst>
            </p:cNvPr>
            <p:cNvSpPr txBox="1"/>
            <p:nvPr/>
          </p:nvSpPr>
          <p:spPr>
            <a:xfrm>
              <a:off x="3944825" y="412280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B4B0130-CD64-60BA-3D72-083221ACE18A}"/>
              </a:ext>
            </a:extLst>
          </p:cNvPr>
          <p:cNvGrpSpPr/>
          <p:nvPr/>
        </p:nvGrpSpPr>
        <p:grpSpPr>
          <a:xfrm>
            <a:off x="1387185" y="2712026"/>
            <a:ext cx="1433946" cy="1433946"/>
            <a:chOff x="1387185" y="2712026"/>
            <a:chExt cx="1433946" cy="1433946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BFF0C85-2F7E-F3F2-0520-5A3D0898793E}"/>
                </a:ext>
              </a:extLst>
            </p:cNvPr>
            <p:cNvSpPr/>
            <p:nvPr/>
          </p:nvSpPr>
          <p:spPr>
            <a:xfrm>
              <a:off x="1387185" y="2712026"/>
              <a:ext cx="1433946" cy="1433946"/>
            </a:xfrm>
            <a:prstGeom prst="ellipse">
              <a:avLst/>
            </a:prstGeom>
            <a:blipFill>
              <a:blip r:embed="rId4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1EA9FCA-F6FA-75D8-8A50-7A10397842E3}"/>
                </a:ext>
              </a:extLst>
            </p:cNvPr>
            <p:cNvSpPr txBox="1"/>
            <p:nvPr/>
          </p:nvSpPr>
          <p:spPr>
            <a:xfrm>
              <a:off x="1476983" y="2837743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172A47A-9FA6-F2FC-0D3B-D7745B48837D}"/>
              </a:ext>
            </a:extLst>
          </p:cNvPr>
          <p:cNvGrpSpPr/>
          <p:nvPr/>
        </p:nvGrpSpPr>
        <p:grpSpPr>
          <a:xfrm>
            <a:off x="2104157" y="4393621"/>
            <a:ext cx="1433946" cy="1433946"/>
            <a:chOff x="2104157" y="4393621"/>
            <a:chExt cx="1433946" cy="1433946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355F9E5-451B-F1BB-F251-42656642B1EF}"/>
                </a:ext>
              </a:extLst>
            </p:cNvPr>
            <p:cNvSpPr/>
            <p:nvPr/>
          </p:nvSpPr>
          <p:spPr>
            <a:xfrm>
              <a:off x="2104157" y="4393621"/>
              <a:ext cx="1433946" cy="1433946"/>
            </a:xfrm>
            <a:prstGeom prst="ellipse">
              <a:avLst/>
            </a:prstGeom>
            <a:blipFill>
              <a:blip r:embed="rId5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80187B9-2DBF-2A30-ECEE-D700A264C163}"/>
                </a:ext>
              </a:extLst>
            </p:cNvPr>
            <p:cNvSpPr txBox="1"/>
            <p:nvPr/>
          </p:nvSpPr>
          <p:spPr>
            <a:xfrm>
              <a:off x="2193958" y="451934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9BD3DCE-6CCE-B913-CABA-E8C494451D35}"/>
              </a:ext>
            </a:extLst>
          </p:cNvPr>
          <p:cNvGrpSpPr/>
          <p:nvPr/>
        </p:nvGrpSpPr>
        <p:grpSpPr>
          <a:xfrm>
            <a:off x="5605894" y="1030431"/>
            <a:ext cx="1433946" cy="1433946"/>
            <a:chOff x="5605894" y="1030431"/>
            <a:chExt cx="1433946" cy="1433946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3A7DE67-9AE2-C7C7-9B3C-7FB9A2541AB2}"/>
                </a:ext>
              </a:extLst>
            </p:cNvPr>
            <p:cNvSpPr/>
            <p:nvPr/>
          </p:nvSpPr>
          <p:spPr>
            <a:xfrm>
              <a:off x="5605894" y="1030431"/>
              <a:ext cx="1433946" cy="1433946"/>
            </a:xfrm>
            <a:prstGeom prst="ellipse">
              <a:avLst/>
            </a:prstGeom>
            <a:blipFill>
              <a:blip r:embed="rId6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2" name="TextBox 41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04D3EB60-2BE3-0C09-3A41-E8CCE6F781C8}"/>
                </a:ext>
              </a:extLst>
            </p:cNvPr>
            <p:cNvSpPr txBox="1"/>
            <p:nvPr/>
          </p:nvSpPr>
          <p:spPr>
            <a:xfrm>
              <a:off x="5695692" y="1156148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Imp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4629A9C-26EC-0E54-C1D9-120E18D72E6E}"/>
              </a:ext>
            </a:extLst>
          </p:cNvPr>
          <p:cNvGrpSpPr/>
          <p:nvPr/>
        </p:nvGrpSpPr>
        <p:grpSpPr>
          <a:xfrm>
            <a:off x="6322867" y="2712026"/>
            <a:ext cx="1433946" cy="1433946"/>
            <a:chOff x="6322867" y="2712026"/>
            <a:chExt cx="1433946" cy="143394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B74E171-2DA3-AFC5-CC9B-499E09B5D6D6}"/>
                </a:ext>
              </a:extLst>
            </p:cNvPr>
            <p:cNvSpPr/>
            <p:nvPr/>
          </p:nvSpPr>
          <p:spPr>
            <a:xfrm>
              <a:off x="6322867" y="2712026"/>
              <a:ext cx="1433946" cy="1433946"/>
            </a:xfrm>
            <a:prstGeom prst="ellipse">
              <a:avLst/>
            </a:prstGeom>
            <a:blipFill>
              <a:blip r:embed="rId7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40AB335-2C2E-3B51-CF99-73DE84CCADFB}"/>
                </a:ext>
              </a:extLst>
            </p:cNvPr>
            <p:cNvSpPr txBox="1"/>
            <p:nvPr/>
          </p:nvSpPr>
          <p:spPr>
            <a:xfrm>
              <a:off x="6417020" y="2837743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B2B1749-986D-C964-AB42-07087D23BD1C}"/>
              </a:ext>
            </a:extLst>
          </p:cNvPr>
          <p:cNvGrpSpPr/>
          <p:nvPr/>
        </p:nvGrpSpPr>
        <p:grpSpPr>
          <a:xfrm>
            <a:off x="5605894" y="4393621"/>
            <a:ext cx="1433946" cy="1433946"/>
            <a:chOff x="5605894" y="4393621"/>
            <a:chExt cx="1433946" cy="1433946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AC87E0D-20B9-FCF3-B90F-0F6CD415D1D4}"/>
                </a:ext>
              </a:extLst>
            </p:cNvPr>
            <p:cNvSpPr/>
            <p:nvPr/>
          </p:nvSpPr>
          <p:spPr>
            <a:xfrm>
              <a:off x="5605894" y="4393621"/>
              <a:ext cx="1433946" cy="1433946"/>
            </a:xfrm>
            <a:prstGeom prst="ellipse">
              <a:avLst/>
            </a:prstGeom>
            <a:blipFill>
              <a:blip r:embed="rId8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DBF0C0A-63A3-811E-2ECC-BB605F65D286}"/>
                </a:ext>
              </a:extLst>
            </p:cNvPr>
            <p:cNvSpPr txBox="1"/>
            <p:nvPr/>
          </p:nvSpPr>
          <p:spPr>
            <a:xfrm>
              <a:off x="5695692" y="451934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B86574F-5F36-962A-BF66-B9DDD8C702BE}"/>
              </a:ext>
            </a:extLst>
          </p:cNvPr>
          <p:cNvGrpSpPr/>
          <p:nvPr/>
        </p:nvGrpSpPr>
        <p:grpSpPr>
          <a:xfrm>
            <a:off x="3855026" y="5110595"/>
            <a:ext cx="1433946" cy="1433946"/>
            <a:chOff x="3855026" y="5110595"/>
            <a:chExt cx="1433946" cy="1433946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454244F-843F-0857-C2F2-344519A29694}"/>
                </a:ext>
              </a:extLst>
            </p:cNvPr>
            <p:cNvSpPr/>
            <p:nvPr/>
          </p:nvSpPr>
          <p:spPr>
            <a:xfrm>
              <a:off x="3855026" y="5110595"/>
              <a:ext cx="1433946" cy="1433946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2E610D7-6699-4D8B-6E42-226209392E45}"/>
                </a:ext>
              </a:extLst>
            </p:cNvPr>
            <p:cNvSpPr txBox="1"/>
            <p:nvPr/>
          </p:nvSpPr>
          <p:spPr>
            <a:xfrm>
              <a:off x="3944824" y="523631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sp>
        <p:nvSpPr>
          <p:cNvPr id="13" name="Left Brace 12">
            <a:extLst>
              <a:ext uri="{FF2B5EF4-FFF2-40B4-BE49-F238E27FC236}">
                <a16:creationId xmlns:a16="http://schemas.microsoft.com/office/drawing/2014/main" id="{7F92C916-FC01-4EDD-A78F-38DE6552F6BC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32D10A-FE72-E05B-300F-A7A8AA2D92D5}"/>
              </a:ext>
            </a:extLst>
          </p:cNvPr>
          <p:cNvSpPr txBox="1"/>
          <p:nvPr/>
        </p:nvSpPr>
        <p:spPr>
          <a:xfrm>
            <a:off x="2453730" y="762592"/>
            <a:ext cx="11560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3.98cm x 3.98cm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3D4AF5E-7837-583B-DF74-7A3B42CC7AA8}"/>
              </a:ext>
            </a:extLst>
          </p:cNvPr>
          <p:cNvCxnSpPr>
            <a:cxnSpLocks/>
          </p:cNvCxnSpPr>
          <p:nvPr/>
        </p:nvCxnSpPr>
        <p:spPr>
          <a:xfrm flipH="1" flipV="1">
            <a:off x="4678829" y="1594791"/>
            <a:ext cx="157272" cy="63579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DE6F424-1661-99C6-CE37-362D665E09F8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FFF917E-2F09-B70A-7AAB-E645D7BE464D}"/>
              </a:ext>
            </a:extLst>
          </p:cNvPr>
          <p:cNvSpPr/>
          <p:nvPr/>
        </p:nvSpPr>
        <p:spPr>
          <a:xfrm>
            <a:off x="9350314" y="313458"/>
            <a:ext cx="2873897" cy="6231083"/>
          </a:xfrm>
          <a:prstGeom prst="roundRect">
            <a:avLst/>
          </a:prstGeom>
          <a:solidFill>
            <a:srgbClr val="DAE3F3">
              <a:alpha val="50196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Multiplication Sign 27">
            <a:extLst>
              <a:ext uri="{FF2B5EF4-FFF2-40B4-BE49-F238E27FC236}">
                <a16:creationId xmlns:a16="http://schemas.microsoft.com/office/drawing/2014/main" id="{63B45B39-86C6-33BD-0431-6CF98E50BB49}"/>
              </a:ext>
            </a:extLst>
          </p:cNvPr>
          <p:cNvSpPr/>
          <p:nvPr/>
        </p:nvSpPr>
        <p:spPr>
          <a:xfrm>
            <a:off x="11484904" y="323162"/>
            <a:ext cx="701040" cy="701040"/>
          </a:xfrm>
          <a:prstGeom prst="mathMultiply">
            <a:avLst>
              <a:gd name="adj1" fmla="val 12892"/>
            </a:avLst>
          </a:prstGeom>
          <a:solidFill>
            <a:schemeClr val="tx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34847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C3DA5-A5AC-26CB-80A4-67E1BA0CE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Arrow: Left 37">
            <a:extLst>
              <a:ext uri="{FF2B5EF4-FFF2-40B4-BE49-F238E27FC236}">
                <a16:creationId xmlns:a16="http://schemas.microsoft.com/office/drawing/2014/main" id="{66D64A8B-380C-0C13-44EA-2C4634465CD4}"/>
              </a:ext>
            </a:extLst>
          </p:cNvPr>
          <p:cNvSpPr/>
          <p:nvPr/>
        </p:nvSpPr>
        <p:spPr>
          <a:xfrm>
            <a:off x="8530936" y="476151"/>
            <a:ext cx="519545" cy="3810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8BA860E-2F33-FA69-7B8F-72E8045E2BBD}"/>
              </a:ext>
            </a:extLst>
          </p:cNvPr>
          <p:cNvGrpSpPr/>
          <p:nvPr/>
        </p:nvGrpSpPr>
        <p:grpSpPr>
          <a:xfrm>
            <a:off x="2104156" y="1030431"/>
            <a:ext cx="1433946" cy="1433946"/>
            <a:chOff x="2104156" y="1030431"/>
            <a:chExt cx="1433946" cy="1433946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F4CD565-D465-EF24-6997-2A3530229B46}"/>
                </a:ext>
              </a:extLst>
            </p:cNvPr>
            <p:cNvSpPr/>
            <p:nvPr/>
          </p:nvSpPr>
          <p:spPr>
            <a:xfrm>
              <a:off x="2104156" y="1030431"/>
              <a:ext cx="1433946" cy="1433946"/>
            </a:xfrm>
            <a:prstGeom prst="ellipse">
              <a:avLst/>
            </a:prstGeom>
            <a:blipFill>
              <a:blip r:embed="rId2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F1C04D5-012C-E267-5D90-0082886068A8}"/>
                </a:ext>
              </a:extLst>
            </p:cNvPr>
            <p:cNvSpPr txBox="1"/>
            <p:nvPr/>
          </p:nvSpPr>
          <p:spPr>
            <a:xfrm>
              <a:off x="2193958" y="1156148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Washerwoman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928FCFD-94B7-363B-2A50-A5F04D89926F}"/>
              </a:ext>
            </a:extLst>
          </p:cNvPr>
          <p:cNvGrpSpPr/>
          <p:nvPr/>
        </p:nvGrpSpPr>
        <p:grpSpPr>
          <a:xfrm>
            <a:off x="3855026" y="313458"/>
            <a:ext cx="1433946" cy="1433946"/>
            <a:chOff x="3855026" y="313458"/>
            <a:chExt cx="1433946" cy="1433946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1A997F6-1561-8FC3-9C99-7E8907D37433}"/>
                </a:ext>
              </a:extLst>
            </p:cNvPr>
            <p:cNvSpPr/>
            <p:nvPr/>
          </p:nvSpPr>
          <p:spPr>
            <a:xfrm>
              <a:off x="3855026" y="313458"/>
              <a:ext cx="1433946" cy="1433946"/>
            </a:xfrm>
            <a:prstGeom prst="ellipse">
              <a:avLst/>
            </a:prstGeom>
            <a:blipFill dpi="0" rotWithShape="1">
              <a:blip r:embed="rId3"/>
              <a:srcRect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F07B15A-BC89-83C4-DC21-C38C02B3B6E9}"/>
                </a:ext>
              </a:extLst>
            </p:cNvPr>
            <p:cNvSpPr txBox="1"/>
            <p:nvPr/>
          </p:nvSpPr>
          <p:spPr>
            <a:xfrm>
              <a:off x="3944825" y="412280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Monk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BB62AA2-2777-55FB-063E-4A65BB230359}"/>
              </a:ext>
            </a:extLst>
          </p:cNvPr>
          <p:cNvGrpSpPr/>
          <p:nvPr/>
        </p:nvGrpSpPr>
        <p:grpSpPr>
          <a:xfrm>
            <a:off x="1387185" y="2712026"/>
            <a:ext cx="1433946" cy="1433946"/>
            <a:chOff x="1387185" y="2712026"/>
            <a:chExt cx="1433946" cy="1433946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BFF9263-4B00-3879-4F9F-5A2E0D0EE500}"/>
                </a:ext>
              </a:extLst>
            </p:cNvPr>
            <p:cNvSpPr/>
            <p:nvPr/>
          </p:nvSpPr>
          <p:spPr>
            <a:xfrm>
              <a:off x="1387185" y="2712026"/>
              <a:ext cx="1433946" cy="1433946"/>
            </a:xfrm>
            <a:prstGeom prst="ellipse">
              <a:avLst/>
            </a:prstGeom>
            <a:blipFill>
              <a:blip r:embed="rId4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94CE19D-9AFF-55FB-99DB-7281E8A77A90}"/>
                </a:ext>
              </a:extLst>
            </p:cNvPr>
            <p:cNvSpPr txBox="1"/>
            <p:nvPr/>
          </p:nvSpPr>
          <p:spPr>
            <a:xfrm>
              <a:off x="1476983" y="2837743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Poisoner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FFDB4DC-F433-6A8D-CD35-A19CA4151002}"/>
              </a:ext>
            </a:extLst>
          </p:cNvPr>
          <p:cNvGrpSpPr/>
          <p:nvPr/>
        </p:nvGrpSpPr>
        <p:grpSpPr>
          <a:xfrm>
            <a:off x="2104157" y="4393621"/>
            <a:ext cx="1433946" cy="1433946"/>
            <a:chOff x="2104157" y="4393621"/>
            <a:chExt cx="1433946" cy="1433946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D8C5C6F2-5959-E42B-C761-EBDB64F80746}"/>
                </a:ext>
              </a:extLst>
            </p:cNvPr>
            <p:cNvSpPr/>
            <p:nvPr/>
          </p:nvSpPr>
          <p:spPr>
            <a:xfrm>
              <a:off x="2104157" y="4393621"/>
              <a:ext cx="1433946" cy="1433946"/>
            </a:xfrm>
            <a:prstGeom prst="ellipse">
              <a:avLst/>
            </a:prstGeom>
            <a:blipFill>
              <a:blip r:embed="rId5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A2D8727-DDFC-ECB7-3C1A-5B0FB3860A99}"/>
                </a:ext>
              </a:extLst>
            </p:cNvPr>
            <p:cNvSpPr txBox="1"/>
            <p:nvPr/>
          </p:nvSpPr>
          <p:spPr>
            <a:xfrm>
              <a:off x="2193958" y="451934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Saint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587DB94-360A-6210-B465-9224589DF7ED}"/>
              </a:ext>
            </a:extLst>
          </p:cNvPr>
          <p:cNvGrpSpPr/>
          <p:nvPr/>
        </p:nvGrpSpPr>
        <p:grpSpPr>
          <a:xfrm>
            <a:off x="5605894" y="1030431"/>
            <a:ext cx="1433946" cy="1433946"/>
            <a:chOff x="5605894" y="1030431"/>
            <a:chExt cx="1433946" cy="1433946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6DF6C85-6D9F-CA33-9789-835030466807}"/>
                </a:ext>
              </a:extLst>
            </p:cNvPr>
            <p:cNvSpPr/>
            <p:nvPr/>
          </p:nvSpPr>
          <p:spPr>
            <a:xfrm>
              <a:off x="5605894" y="1030431"/>
              <a:ext cx="1433946" cy="1433946"/>
            </a:xfrm>
            <a:prstGeom prst="ellipse">
              <a:avLst/>
            </a:prstGeom>
            <a:blipFill>
              <a:blip r:embed="rId6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2" name="TextBox 41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6A8DF6CB-785F-B08A-E657-10B7118F146B}"/>
                </a:ext>
              </a:extLst>
            </p:cNvPr>
            <p:cNvSpPr txBox="1"/>
            <p:nvPr/>
          </p:nvSpPr>
          <p:spPr>
            <a:xfrm>
              <a:off x="5695692" y="1156148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Imp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DD19D7F-8481-D3C3-B328-3FBD498BC5D6}"/>
              </a:ext>
            </a:extLst>
          </p:cNvPr>
          <p:cNvGrpSpPr/>
          <p:nvPr/>
        </p:nvGrpSpPr>
        <p:grpSpPr>
          <a:xfrm>
            <a:off x="6322867" y="2712026"/>
            <a:ext cx="1433946" cy="1433946"/>
            <a:chOff x="6322867" y="2712026"/>
            <a:chExt cx="1433946" cy="143394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8B54974-9FEF-DB6B-6BE5-88562D99F217}"/>
                </a:ext>
              </a:extLst>
            </p:cNvPr>
            <p:cNvSpPr/>
            <p:nvPr/>
          </p:nvSpPr>
          <p:spPr>
            <a:xfrm>
              <a:off x="6322867" y="2712026"/>
              <a:ext cx="1433946" cy="1433946"/>
            </a:xfrm>
            <a:prstGeom prst="ellipse">
              <a:avLst/>
            </a:prstGeom>
            <a:blipFill>
              <a:blip r:embed="rId7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D0F7D04-28CA-0A08-68C2-0671627663FC}"/>
                </a:ext>
              </a:extLst>
            </p:cNvPr>
            <p:cNvSpPr txBox="1"/>
            <p:nvPr/>
          </p:nvSpPr>
          <p:spPr>
            <a:xfrm>
              <a:off x="6417020" y="2837743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Slayer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A78FF9-3959-DAA8-873C-223833CFE52E}"/>
              </a:ext>
            </a:extLst>
          </p:cNvPr>
          <p:cNvGrpSpPr/>
          <p:nvPr/>
        </p:nvGrpSpPr>
        <p:grpSpPr>
          <a:xfrm>
            <a:off x="5605894" y="4393621"/>
            <a:ext cx="1433946" cy="1433946"/>
            <a:chOff x="5605894" y="4393621"/>
            <a:chExt cx="1433946" cy="1433946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C9E2F24-0EEB-243D-225D-961DD744F740}"/>
                </a:ext>
              </a:extLst>
            </p:cNvPr>
            <p:cNvSpPr/>
            <p:nvPr/>
          </p:nvSpPr>
          <p:spPr>
            <a:xfrm>
              <a:off x="5605894" y="4393621"/>
              <a:ext cx="1433946" cy="1433946"/>
            </a:xfrm>
            <a:prstGeom prst="ellipse">
              <a:avLst/>
            </a:prstGeom>
            <a:blipFill>
              <a:blip r:embed="rId8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E7502BF4-3C73-C724-502B-C9388FB77830}"/>
                </a:ext>
              </a:extLst>
            </p:cNvPr>
            <p:cNvSpPr txBox="1"/>
            <p:nvPr/>
          </p:nvSpPr>
          <p:spPr>
            <a:xfrm>
              <a:off x="5695692" y="451934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Fortune Teller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927CEAF-73B8-413C-ECFE-F1557CE64153}"/>
              </a:ext>
            </a:extLst>
          </p:cNvPr>
          <p:cNvGrpSpPr/>
          <p:nvPr/>
        </p:nvGrpSpPr>
        <p:grpSpPr>
          <a:xfrm>
            <a:off x="3855026" y="5110595"/>
            <a:ext cx="1433946" cy="1433946"/>
            <a:chOff x="3855026" y="5110595"/>
            <a:chExt cx="1433946" cy="1433946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022CCA8-4859-246C-A54B-A6B924C90486}"/>
                </a:ext>
              </a:extLst>
            </p:cNvPr>
            <p:cNvSpPr/>
            <p:nvPr/>
          </p:nvSpPr>
          <p:spPr>
            <a:xfrm>
              <a:off x="3855026" y="5110595"/>
              <a:ext cx="1433946" cy="1433946"/>
            </a:xfrm>
            <a:prstGeom prst="ellipse">
              <a:avLst/>
            </a:prstGeom>
            <a:blipFill>
              <a:blip r:embed="rId9"/>
              <a:stretch>
                <a:fillRect/>
              </a:stretch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B5322A4-3FE2-BB5D-89FF-DA05BAEA4BB2}"/>
                </a:ext>
              </a:extLst>
            </p:cNvPr>
            <p:cNvSpPr txBox="1"/>
            <p:nvPr/>
          </p:nvSpPr>
          <p:spPr>
            <a:xfrm>
              <a:off x="3944824" y="5236311"/>
              <a:ext cx="1254345" cy="1182511"/>
            </a:xfrm>
            <a:prstGeom prst="rect">
              <a:avLst/>
            </a:prstGeom>
            <a:noFill/>
          </p:spPr>
          <p:txBody>
            <a:bodyPr wrap="square" rtlCol="0" anchor="t">
              <a:prstTxWarp prst="textArchDown">
                <a:avLst>
                  <a:gd name="adj" fmla="val 21478363"/>
                </a:avLst>
              </a:prstTxWarp>
              <a:spAutoFit/>
            </a:bodyPr>
            <a:lstStyle/>
            <a:p>
              <a:pPr algn="ctr"/>
              <a:r>
                <a:rPr lang="en-GB" dirty="0">
                  <a:solidFill>
                    <a:schemeClr val="bg1"/>
                  </a:solidFill>
                  <a:latin typeface="Papyrus" panose="03070502060502030205" pitchFamily="66" charset="0"/>
                </a:rPr>
                <a:t>Librarian</a:t>
              </a:r>
            </a:p>
          </p:txBody>
        </p:sp>
      </p:grpSp>
      <p:sp>
        <p:nvSpPr>
          <p:cNvPr id="13" name="Left Brace 12">
            <a:extLst>
              <a:ext uri="{FF2B5EF4-FFF2-40B4-BE49-F238E27FC236}">
                <a16:creationId xmlns:a16="http://schemas.microsoft.com/office/drawing/2014/main" id="{96832B70-B27C-F80D-3BA2-6DF77F181081}"/>
              </a:ext>
            </a:extLst>
          </p:cNvPr>
          <p:cNvSpPr/>
          <p:nvPr/>
        </p:nvSpPr>
        <p:spPr>
          <a:xfrm>
            <a:off x="3538101" y="308375"/>
            <a:ext cx="360000" cy="1432800"/>
          </a:xfrm>
          <a:prstGeom prst="leftBrace">
            <a:avLst>
              <a:gd name="adj1" fmla="val 99500"/>
              <a:gd name="adj2" fmla="val 39847"/>
            </a:avLst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2D2BBA-6179-E6CA-0CD3-5E5AF2B61A4D}"/>
              </a:ext>
            </a:extLst>
          </p:cNvPr>
          <p:cNvSpPr txBox="1"/>
          <p:nvPr/>
        </p:nvSpPr>
        <p:spPr>
          <a:xfrm>
            <a:off x="2453730" y="762592"/>
            <a:ext cx="11560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3.98cm x 3.98cm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EF16504-BD43-A84E-0905-D0A1A389790E}"/>
              </a:ext>
            </a:extLst>
          </p:cNvPr>
          <p:cNvCxnSpPr>
            <a:cxnSpLocks/>
          </p:cNvCxnSpPr>
          <p:nvPr/>
        </p:nvCxnSpPr>
        <p:spPr>
          <a:xfrm flipH="1" flipV="1">
            <a:off x="4678829" y="1594791"/>
            <a:ext cx="157272" cy="63579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5E1B931-7BA9-0639-191A-58131A62073A}"/>
              </a:ext>
            </a:extLst>
          </p:cNvPr>
          <p:cNvSpPr txBox="1"/>
          <p:nvPr/>
        </p:nvSpPr>
        <p:spPr>
          <a:xfrm>
            <a:off x="4426500" y="2234750"/>
            <a:ext cx="10999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Papyrus; size 18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DFDC064-D515-17A1-A9E3-5275AB2E881A}"/>
              </a:ext>
            </a:extLst>
          </p:cNvPr>
          <p:cNvSpPr/>
          <p:nvPr/>
        </p:nvSpPr>
        <p:spPr>
          <a:xfrm>
            <a:off x="9350314" y="313458"/>
            <a:ext cx="2873897" cy="6231083"/>
          </a:xfrm>
          <a:prstGeom prst="roundRect">
            <a:avLst/>
          </a:prstGeom>
          <a:solidFill>
            <a:srgbClr val="DAE3F3">
              <a:alpha val="50196"/>
            </a:srgb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Multiplication Sign 27">
            <a:extLst>
              <a:ext uri="{FF2B5EF4-FFF2-40B4-BE49-F238E27FC236}">
                <a16:creationId xmlns:a16="http://schemas.microsoft.com/office/drawing/2014/main" id="{D5AA95F3-54A1-6B12-F3D1-A8DC8D844BAA}"/>
              </a:ext>
            </a:extLst>
          </p:cNvPr>
          <p:cNvSpPr/>
          <p:nvPr/>
        </p:nvSpPr>
        <p:spPr>
          <a:xfrm>
            <a:off x="11484904" y="323162"/>
            <a:ext cx="701040" cy="701040"/>
          </a:xfrm>
          <a:prstGeom prst="mathMultiply">
            <a:avLst>
              <a:gd name="adj1" fmla="val 12892"/>
            </a:avLst>
          </a:prstGeom>
          <a:solidFill>
            <a:schemeClr val="tx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8B5496E-D5FA-A186-A499-A63B44E5BCE4}"/>
              </a:ext>
            </a:extLst>
          </p:cNvPr>
          <p:cNvSpPr/>
          <p:nvPr/>
        </p:nvSpPr>
        <p:spPr>
          <a:xfrm>
            <a:off x="7091794" y="1024202"/>
            <a:ext cx="1330037" cy="2204605"/>
          </a:xfrm>
          <a:prstGeom prst="roundRect">
            <a:avLst/>
          </a:prstGeom>
          <a:solidFill>
            <a:srgbClr val="DAE3F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6D86057-8A7F-235C-D733-673B179D02EA}"/>
              </a:ext>
            </a:extLst>
          </p:cNvPr>
          <p:cNvSpPr/>
          <p:nvPr/>
        </p:nvSpPr>
        <p:spPr>
          <a:xfrm>
            <a:off x="7129638" y="1078461"/>
            <a:ext cx="1260000" cy="1432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dirty="0"/>
              <a:t>Change Character</a:t>
            </a:r>
          </a:p>
        </p:txBody>
      </p:sp>
    </p:spTree>
    <p:extLst>
      <p:ext uri="{BB962C8B-B14F-4D97-AF65-F5344CB8AC3E}">
        <p14:creationId xmlns:p14="http://schemas.microsoft.com/office/powerpoint/2010/main" val="870464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400"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358</TotalTime>
  <Words>1045</Words>
  <Application>Microsoft Office PowerPoint</Application>
  <PresentationFormat>On-screen Show (4:3)</PresentationFormat>
  <Paragraphs>487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Aptos</vt:lpstr>
      <vt:lpstr>Arial</vt:lpstr>
      <vt:lpstr>Calibri</vt:lpstr>
      <vt:lpstr>Calibri Light</vt:lpstr>
      <vt:lpstr>Old English Text MT</vt:lpstr>
      <vt:lpstr>Papyrus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Nathan Watson</dc:creator>
  <cp:lastModifiedBy>Nathan Watson</cp:lastModifiedBy>
  <cp:revision>55</cp:revision>
  <dcterms:created xsi:type="dcterms:W3CDTF">2026-03-04T12:24:20Z</dcterms:created>
  <dcterms:modified xsi:type="dcterms:W3CDTF">2026-05-06T13:12:35Z</dcterms:modified>
</cp:coreProperties>
</file>