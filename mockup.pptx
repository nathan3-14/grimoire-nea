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65" d="100"/>
          <a:sy n="65" d="100"/>
        </p:scale>
        <p:origin x="48" y="3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01/04/2026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0359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01/04/2026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710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01/04/2026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567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01/04/2026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199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01/04/2026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6399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01/04/2026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511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01/04/2026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5313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01/04/2026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121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01/04/2026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1711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01/04/2026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3466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01/04/2026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552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E970B3-99CF-4010-BD22-8A76CE724EA0}" type="datetimeFigureOut">
              <a:rPr lang="en-GB" smtClean="0"/>
              <a:t>01/04/2026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3736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2643A07D-5A86-BB99-BD9F-C8A4928688CE}"/>
              </a:ext>
            </a:extLst>
          </p:cNvPr>
          <p:cNvSpPr/>
          <p:nvPr/>
        </p:nvSpPr>
        <p:spPr>
          <a:xfrm>
            <a:off x="3855026" y="313458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FC783C0-A974-6459-C045-B298A206D352}"/>
              </a:ext>
            </a:extLst>
          </p:cNvPr>
          <p:cNvSpPr/>
          <p:nvPr/>
        </p:nvSpPr>
        <p:spPr>
          <a:xfrm>
            <a:off x="5605894" y="1030431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FB6DC38-6407-1ADC-0131-32ED14C08696}"/>
              </a:ext>
            </a:extLst>
          </p:cNvPr>
          <p:cNvSpPr/>
          <p:nvPr/>
        </p:nvSpPr>
        <p:spPr>
          <a:xfrm>
            <a:off x="6322867" y="2712026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239F3A0-C32E-836B-E0A5-8DCBCC93CC94}"/>
              </a:ext>
            </a:extLst>
          </p:cNvPr>
          <p:cNvSpPr/>
          <p:nvPr/>
        </p:nvSpPr>
        <p:spPr>
          <a:xfrm>
            <a:off x="5605894" y="4393621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D55022B-64D8-65D4-C1B5-E7473710079A}"/>
              </a:ext>
            </a:extLst>
          </p:cNvPr>
          <p:cNvSpPr/>
          <p:nvPr/>
        </p:nvSpPr>
        <p:spPr>
          <a:xfrm>
            <a:off x="3855026" y="5110595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A460C49-2524-F521-B005-1CD4DCF412B8}"/>
              </a:ext>
            </a:extLst>
          </p:cNvPr>
          <p:cNvSpPr/>
          <p:nvPr/>
        </p:nvSpPr>
        <p:spPr>
          <a:xfrm>
            <a:off x="2104158" y="1030431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060445E-7EEF-84B1-E719-71F563F0300C}"/>
              </a:ext>
            </a:extLst>
          </p:cNvPr>
          <p:cNvSpPr/>
          <p:nvPr/>
        </p:nvSpPr>
        <p:spPr>
          <a:xfrm>
            <a:off x="1387185" y="2712026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11489E6-629F-4A8B-3465-C001CA9D1009}"/>
              </a:ext>
            </a:extLst>
          </p:cNvPr>
          <p:cNvSpPr/>
          <p:nvPr/>
        </p:nvSpPr>
        <p:spPr>
          <a:xfrm>
            <a:off x="2104157" y="4393621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Star: 8 Points 12">
            <a:extLst>
              <a:ext uri="{FF2B5EF4-FFF2-40B4-BE49-F238E27FC236}">
                <a16:creationId xmlns:a16="http://schemas.microsoft.com/office/drawing/2014/main" id="{BAB9D564-A872-BD46-357A-3FF4A71E7C43}"/>
              </a:ext>
            </a:extLst>
          </p:cNvPr>
          <p:cNvSpPr/>
          <p:nvPr/>
        </p:nvSpPr>
        <p:spPr>
          <a:xfrm>
            <a:off x="2104158" y="1030431"/>
            <a:ext cx="4935683" cy="4797137"/>
          </a:xfrm>
          <a:prstGeom prst="star8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7300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57561-B756-5E54-7B53-AA825BB85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2EBF011-62AC-379E-E033-E6D55D5A1213}"/>
              </a:ext>
            </a:extLst>
          </p:cNvPr>
          <p:cNvGrpSpPr/>
          <p:nvPr/>
        </p:nvGrpSpPr>
        <p:grpSpPr>
          <a:xfrm>
            <a:off x="1387185" y="313458"/>
            <a:ext cx="6369628" cy="6231083"/>
            <a:chOff x="1387185" y="313458"/>
            <a:chExt cx="6369628" cy="623108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117558-9693-C413-7744-F8EE75C38C3E}"/>
                </a:ext>
              </a:extLst>
            </p:cNvPr>
            <p:cNvSpPr/>
            <p:nvPr/>
          </p:nvSpPr>
          <p:spPr>
            <a:xfrm>
              <a:off x="3855026" y="313458"/>
              <a:ext cx="1433946" cy="1433946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F6D5AEC-1761-6A9D-4136-CF1EA5520AAC}"/>
                </a:ext>
              </a:extLst>
            </p:cNvPr>
            <p:cNvSpPr/>
            <p:nvPr/>
          </p:nvSpPr>
          <p:spPr>
            <a:xfrm>
              <a:off x="5605894" y="1030431"/>
              <a:ext cx="1433946" cy="1433946"/>
            </a:xfrm>
            <a:prstGeom prst="ellipse">
              <a:avLst/>
            </a:prstGeom>
            <a:blipFill>
              <a:blip r:embed="rId3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43E613B-2769-EDD1-685D-4DA434A9F76F}"/>
                </a:ext>
              </a:extLst>
            </p:cNvPr>
            <p:cNvSpPr/>
            <p:nvPr/>
          </p:nvSpPr>
          <p:spPr>
            <a:xfrm>
              <a:off x="6322867" y="2712026"/>
              <a:ext cx="1433946" cy="1433946"/>
            </a:xfrm>
            <a:prstGeom prst="ellipse">
              <a:avLst/>
            </a:prstGeom>
            <a:blipFill>
              <a:blip r:embed="rId4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436D3FA6-9157-5C84-A8F2-2C30E295B3E9}"/>
                </a:ext>
              </a:extLst>
            </p:cNvPr>
            <p:cNvSpPr/>
            <p:nvPr/>
          </p:nvSpPr>
          <p:spPr>
            <a:xfrm>
              <a:off x="5605894" y="4393621"/>
              <a:ext cx="1433946" cy="1433946"/>
            </a:xfrm>
            <a:prstGeom prst="ellipse">
              <a:avLst/>
            </a:prstGeom>
            <a:blipFill>
              <a:blip r:embed="rId5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D4AA900-D9FB-23B0-C39F-E43846FCBFB9}"/>
                </a:ext>
              </a:extLst>
            </p:cNvPr>
            <p:cNvSpPr/>
            <p:nvPr/>
          </p:nvSpPr>
          <p:spPr>
            <a:xfrm>
              <a:off x="3855026" y="5110595"/>
              <a:ext cx="1433946" cy="1433946"/>
            </a:xfrm>
            <a:prstGeom prst="ellipse">
              <a:avLst/>
            </a:prstGeom>
            <a:blipFill>
              <a:blip r:embed="rId6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D22C00E-1F53-279F-C28A-02DF3A951F55}"/>
                </a:ext>
              </a:extLst>
            </p:cNvPr>
            <p:cNvSpPr/>
            <p:nvPr/>
          </p:nvSpPr>
          <p:spPr>
            <a:xfrm>
              <a:off x="2104158" y="1030431"/>
              <a:ext cx="1433946" cy="1433946"/>
            </a:xfrm>
            <a:prstGeom prst="ellipse">
              <a:avLst/>
            </a:prstGeom>
            <a:blipFill>
              <a:blip r:embed="rId7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AD30E0B-2F31-A5CB-2180-124E79DD7364}"/>
                </a:ext>
              </a:extLst>
            </p:cNvPr>
            <p:cNvSpPr/>
            <p:nvPr/>
          </p:nvSpPr>
          <p:spPr>
            <a:xfrm>
              <a:off x="1387185" y="2712026"/>
              <a:ext cx="1433946" cy="1433946"/>
            </a:xfrm>
            <a:prstGeom prst="ellipse">
              <a:avLst/>
            </a:prstGeom>
            <a:blipFill>
              <a:blip r:embed="rId8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05A81D4-4CA1-95DD-1D40-C37F8A3CC11D}"/>
                </a:ext>
              </a:extLst>
            </p:cNvPr>
            <p:cNvSpPr/>
            <p:nvPr/>
          </p:nvSpPr>
          <p:spPr>
            <a:xfrm>
              <a:off x="2104157" y="4393621"/>
              <a:ext cx="1433946" cy="1433946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228386B2-19A0-D9F7-8DA9-4C0C1FF548D4}"/>
              </a:ext>
            </a:extLst>
          </p:cNvPr>
          <p:cNvSpPr/>
          <p:nvPr/>
        </p:nvSpPr>
        <p:spPr>
          <a:xfrm>
            <a:off x="10541576" y="313457"/>
            <a:ext cx="2150919" cy="623108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Multiplication Sign 35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1B8DCC00-8198-6E77-3477-A85522AFD270}"/>
              </a:ext>
            </a:extLst>
          </p:cNvPr>
          <p:cNvSpPr/>
          <p:nvPr/>
        </p:nvSpPr>
        <p:spPr>
          <a:xfrm>
            <a:off x="11996140" y="329767"/>
            <a:ext cx="673769" cy="673769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Arrow: Left 3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8AD20F2-8A38-2DCB-9999-D9DB0B92F8FC}"/>
              </a:ext>
            </a:extLst>
          </p:cNvPr>
          <p:cNvSpPr/>
          <p:nvPr/>
        </p:nvSpPr>
        <p:spPr>
          <a:xfrm>
            <a:off x="8530936" y="476151"/>
            <a:ext cx="519545" cy="3810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947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79731-D669-8E7A-45D0-05C6CAE9E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F78C23E-2DAE-AF26-8959-42AF41FE99D1}"/>
              </a:ext>
            </a:extLst>
          </p:cNvPr>
          <p:cNvGrpSpPr/>
          <p:nvPr/>
        </p:nvGrpSpPr>
        <p:grpSpPr>
          <a:xfrm>
            <a:off x="203277" y="313457"/>
            <a:ext cx="6369628" cy="6231083"/>
            <a:chOff x="1387185" y="313458"/>
            <a:chExt cx="6369628" cy="623108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0F3BCD5-A832-82DB-D953-CCCFE208EF4B}"/>
                </a:ext>
              </a:extLst>
            </p:cNvPr>
            <p:cNvSpPr/>
            <p:nvPr/>
          </p:nvSpPr>
          <p:spPr>
            <a:xfrm>
              <a:off x="3855026" y="313458"/>
              <a:ext cx="1433946" cy="1433946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45C39D3-9493-4ABE-AA49-28C1BFCD092C}"/>
                </a:ext>
              </a:extLst>
            </p:cNvPr>
            <p:cNvSpPr/>
            <p:nvPr/>
          </p:nvSpPr>
          <p:spPr>
            <a:xfrm>
              <a:off x="5605894" y="1030431"/>
              <a:ext cx="1433946" cy="1433946"/>
            </a:xfrm>
            <a:prstGeom prst="ellipse">
              <a:avLst/>
            </a:prstGeom>
            <a:blipFill>
              <a:blip r:embed="rId3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380BEB4-9038-92F4-4583-F77E0B3CFE8B}"/>
                </a:ext>
              </a:extLst>
            </p:cNvPr>
            <p:cNvSpPr/>
            <p:nvPr/>
          </p:nvSpPr>
          <p:spPr>
            <a:xfrm>
              <a:off x="6322867" y="2712026"/>
              <a:ext cx="1433946" cy="1433946"/>
            </a:xfrm>
            <a:prstGeom prst="ellipse">
              <a:avLst/>
            </a:prstGeom>
            <a:blipFill>
              <a:blip r:embed="rId4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1AC8043-0010-D72D-8FF8-D485ADBE445D}"/>
                </a:ext>
              </a:extLst>
            </p:cNvPr>
            <p:cNvSpPr/>
            <p:nvPr/>
          </p:nvSpPr>
          <p:spPr>
            <a:xfrm>
              <a:off x="5605894" y="4393621"/>
              <a:ext cx="1433946" cy="1433946"/>
            </a:xfrm>
            <a:prstGeom prst="ellipse">
              <a:avLst/>
            </a:prstGeom>
            <a:blipFill>
              <a:blip r:embed="rId5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59CE6C0-572C-5475-B313-229393021857}"/>
                </a:ext>
              </a:extLst>
            </p:cNvPr>
            <p:cNvSpPr/>
            <p:nvPr/>
          </p:nvSpPr>
          <p:spPr>
            <a:xfrm>
              <a:off x="3855026" y="5110595"/>
              <a:ext cx="1433946" cy="1433946"/>
            </a:xfrm>
            <a:prstGeom prst="ellipse">
              <a:avLst/>
            </a:prstGeom>
            <a:blipFill>
              <a:blip r:embed="rId6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2D97709-B2D8-259A-E6CC-E1F61A97C88B}"/>
                </a:ext>
              </a:extLst>
            </p:cNvPr>
            <p:cNvSpPr/>
            <p:nvPr/>
          </p:nvSpPr>
          <p:spPr>
            <a:xfrm>
              <a:off x="2104158" y="1030431"/>
              <a:ext cx="1433946" cy="1433946"/>
            </a:xfrm>
            <a:prstGeom prst="ellipse">
              <a:avLst/>
            </a:prstGeom>
            <a:blipFill>
              <a:blip r:embed="rId7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4559C94-DDCB-9D1E-AE79-BF839E2D5E96}"/>
                </a:ext>
              </a:extLst>
            </p:cNvPr>
            <p:cNvSpPr/>
            <p:nvPr/>
          </p:nvSpPr>
          <p:spPr>
            <a:xfrm>
              <a:off x="1387185" y="2712026"/>
              <a:ext cx="1433946" cy="1433946"/>
            </a:xfrm>
            <a:prstGeom prst="ellipse">
              <a:avLst/>
            </a:prstGeom>
            <a:blipFill>
              <a:blip r:embed="rId8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3410423F-9A79-B725-BEC8-6D38BEC178B0}"/>
                </a:ext>
              </a:extLst>
            </p:cNvPr>
            <p:cNvSpPr/>
            <p:nvPr/>
          </p:nvSpPr>
          <p:spPr>
            <a:xfrm>
              <a:off x="2104157" y="4393621"/>
              <a:ext cx="1433946" cy="1433946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EFAF89D-C968-9C01-9F1B-F526605F16F3}"/>
              </a:ext>
            </a:extLst>
          </p:cNvPr>
          <p:cNvSpPr/>
          <p:nvPr/>
        </p:nvSpPr>
        <p:spPr>
          <a:xfrm>
            <a:off x="6789804" y="313456"/>
            <a:ext cx="2150919" cy="623108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Multiplication Sign 3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90285AAD-ED9E-7DD5-EA42-BC05C9AE7DA8}"/>
              </a:ext>
            </a:extLst>
          </p:cNvPr>
          <p:cNvSpPr/>
          <p:nvPr/>
        </p:nvSpPr>
        <p:spPr>
          <a:xfrm>
            <a:off x="8244368" y="329766"/>
            <a:ext cx="673769" cy="673769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Left 6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0056556B-D878-AB79-A5B8-E89B24207655}"/>
              </a:ext>
            </a:extLst>
          </p:cNvPr>
          <p:cNvSpPr/>
          <p:nvPr/>
        </p:nvSpPr>
        <p:spPr>
          <a:xfrm>
            <a:off x="9230591" y="476151"/>
            <a:ext cx="519545" cy="3810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583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38</TotalTime>
  <Words>0</Words>
  <Application>Microsoft Office PowerPoint</Application>
  <PresentationFormat>On-screen Show (4:3)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Nathan Watson</dc:creator>
  <cp:lastModifiedBy>Nathan Watson</cp:lastModifiedBy>
  <cp:revision>7</cp:revision>
  <dcterms:created xsi:type="dcterms:W3CDTF">2026-03-04T12:24:20Z</dcterms:created>
  <dcterms:modified xsi:type="dcterms:W3CDTF">2026-04-01T11:31:11Z</dcterms:modified>
</cp:coreProperties>
</file>