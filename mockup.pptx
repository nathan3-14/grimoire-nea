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1896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D2D46-DF39-4355-9D45-974EE3312B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A8EBF2-7EE3-453F-8392-88DB523617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B6AE01-473F-4743-8FAD-9B4BB075F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D1E15C-5E56-4140-B502-9E967FC4F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78FE33-E727-4F57-BA4C-13B834902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2823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E6F5-54F6-4557-A818-8FB920E5B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07F4A-9BDA-4666-93D4-3CED8CFBA8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324656-069D-4713-90B5-EE9AB07F2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14C3D-1158-4260-9FE3-E66437085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E3643-47FC-4396-BA73-61F6A143A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942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1E6A4-769C-455F-B945-A4906FC78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445D43-E6A6-4111-8EEE-224C43F7CE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2DD240-0F1F-4524-B737-F06E3C6B2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70FBCA-C58D-4559-A71D-D8581C6B2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97F438-2282-4BE5-8AD6-627244111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4355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A3B4D-0282-4516-8A34-B0329F097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329BB-CE5E-4614-84DC-3E8D89AE16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83D45-C4C5-4EC9-8720-537B163293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A584B-8312-4D9C-913A-71CF23443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569F69-50DF-4B8C-9086-0421719B6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F81547-3B79-44FF-9214-75BB28ED3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82127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12672-4BCA-4F79-8F68-5FF28AF31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DAB7BB-D4DB-413C-AC68-67C2129E47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678B6A-89C4-4385-9D27-3637CE0204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2991ED-9F47-4A60-B35F-65506FAD91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F2315B-24B9-4F14-A697-C02210B383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2E719A-380A-4658-BD70-D9A093B5E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15C8E2-0AC0-4682-8A16-B3B5EA588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9EEAF5-EF4E-42AB-8C29-092059DE9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7809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0BE59-667F-4DEC-A6C9-44FADB98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9C773F-5F2A-4B9C-A3D4-4E507D656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242A7C-6DB7-4B8E-A33C-ADA56A1A2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DAC407-5B38-4BF2-BBE5-935E3D8C3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7680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60B04-7901-4B3E-B750-CCBA3B147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71EABB-5CB4-48B7-8A13-88DDC0994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8E6FC9-EA24-4901-965D-7CE91D0AC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066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9FA1A-B3EF-4F68-9FF7-F1CB39864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C4364-70A7-4AEE-A523-BF51D0B03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D692F2-56AA-4215-8B62-945024B3A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082BB3-C5B6-4BEE-8431-1CF6B4519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991D4-AE99-4549-943A-9F7633798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4893DF-28BE-4869-994B-F14389E32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7882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69966-16DC-49EB-ADD3-DDBA85E2C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F00D38-0AB6-4451-A898-1113C52ECA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FA02A7-D61B-4140-8F6C-8653098A3E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ACCE2A-325E-4186-84DE-12B180046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D998AC-EAA4-40F3-8165-9121EA5B4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D5EBDA-5EC4-46F4-BFF0-D59FDC641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7442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DD141-D9BB-48EF-AD3A-9ACFCCC1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D3A51B-62DA-4A6D-A513-023FC87D84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C06F0E-96D1-48A8-9FAB-C7F14B5E1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B3B9F8-646A-416D-AAD0-2F39541FB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DE68E-463C-4D69-93A7-F8FB48F2A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3224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DCB13F-F8CD-47AA-9C54-06A5ABE6BC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5D3CDB-AAA3-4F88-AFD1-096105B80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7AAE9B-473D-4F7E-9D5C-3485CCC98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11316-EB32-4CE9-BD4A-5ED096739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0103F-E11B-4344-9D02-E894CF910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3065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tile tx="0" ty="0" sx="100000" sy="100000" flip="y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C6E230-B664-4F92-B6D4-925D9D4DB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928902-9CE7-4025-AD77-1099BC9F4E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327A5-95FD-496F-9324-CE3EFF67C7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E970B3-99CF-4010-BD22-8A76CE724EA0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2BE613-2F30-4B44-842E-651DE7E585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E1FEF2-1F7C-4943-99D7-907B8C5652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041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tile tx="0" ty="0" sx="100000" sy="100000" flip="x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9856DEF0-5CF7-4333-BCA9-D4EE1CFF5166}"/>
              </a:ext>
            </a:extLst>
          </p:cNvPr>
          <p:cNvSpPr/>
          <p:nvPr/>
        </p:nvSpPr>
        <p:spPr>
          <a:xfrm>
            <a:off x="2475825" y="853725"/>
            <a:ext cx="1119673" cy="111967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41B587A-31D9-4575-97D6-04106C1308B2}"/>
              </a:ext>
            </a:extLst>
          </p:cNvPr>
          <p:cNvSpPr/>
          <p:nvPr/>
        </p:nvSpPr>
        <p:spPr>
          <a:xfrm>
            <a:off x="3663387" y="4711940"/>
            <a:ext cx="1119673" cy="111967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E1FE242-703F-4A25-9DB9-2EB314029AE7}"/>
              </a:ext>
            </a:extLst>
          </p:cNvPr>
          <p:cNvSpPr/>
          <p:nvPr/>
        </p:nvSpPr>
        <p:spPr>
          <a:xfrm>
            <a:off x="2463581" y="4152104"/>
            <a:ext cx="1119673" cy="111967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DD90530-209D-4AA1-8AC9-C35F8EA6CEDF}"/>
              </a:ext>
            </a:extLst>
          </p:cNvPr>
          <p:cNvSpPr/>
          <p:nvPr/>
        </p:nvSpPr>
        <p:spPr>
          <a:xfrm>
            <a:off x="1632457" y="1912749"/>
            <a:ext cx="1119673" cy="111967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7AD3288-7ED6-4C32-8CF4-FF0AE4DFFDA2}"/>
              </a:ext>
            </a:extLst>
          </p:cNvPr>
          <p:cNvSpPr/>
          <p:nvPr/>
        </p:nvSpPr>
        <p:spPr>
          <a:xfrm>
            <a:off x="3660375" y="347544"/>
            <a:ext cx="1119673" cy="111967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992F40F-A1AB-4935-8633-D5D2B4AE3668}"/>
              </a:ext>
            </a:extLst>
          </p:cNvPr>
          <p:cNvSpPr/>
          <p:nvPr/>
        </p:nvSpPr>
        <p:spPr>
          <a:xfrm>
            <a:off x="1647147" y="3205063"/>
            <a:ext cx="1119673" cy="111967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C316A31-19D5-477E-B0FE-511E78C1E969}"/>
              </a:ext>
            </a:extLst>
          </p:cNvPr>
          <p:cNvSpPr/>
          <p:nvPr/>
        </p:nvSpPr>
        <p:spPr>
          <a:xfrm>
            <a:off x="4883668" y="4110114"/>
            <a:ext cx="1119673" cy="111967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042D2A7-A857-4A35-95AA-98AE42B1D2F7}"/>
              </a:ext>
            </a:extLst>
          </p:cNvPr>
          <p:cNvSpPr/>
          <p:nvPr/>
        </p:nvSpPr>
        <p:spPr>
          <a:xfrm>
            <a:off x="5862570" y="3205064"/>
            <a:ext cx="1119673" cy="111967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B7D5ADD-21FF-49BF-AF81-0388C6D38EEC}"/>
              </a:ext>
            </a:extLst>
          </p:cNvPr>
          <p:cNvSpPr/>
          <p:nvPr/>
        </p:nvSpPr>
        <p:spPr>
          <a:xfrm>
            <a:off x="5848918" y="1978080"/>
            <a:ext cx="1119673" cy="111967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0CD5B00-F314-4CAF-82A6-EF0535CB6B94}"/>
              </a:ext>
            </a:extLst>
          </p:cNvPr>
          <p:cNvSpPr/>
          <p:nvPr/>
        </p:nvSpPr>
        <p:spPr>
          <a:xfrm>
            <a:off x="4906523" y="916702"/>
            <a:ext cx="1119673" cy="111967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520C1F8-43B3-4D0B-9FB1-59752F2EB2E7}"/>
              </a:ext>
            </a:extLst>
          </p:cNvPr>
          <p:cNvSpPr/>
          <p:nvPr/>
        </p:nvSpPr>
        <p:spPr>
          <a:xfrm>
            <a:off x="3319885" y="1868419"/>
            <a:ext cx="545839" cy="545839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C7F3AB6-9C76-4B0B-8C64-E7E23D692BCE}"/>
              </a:ext>
            </a:extLst>
          </p:cNvPr>
          <p:cNvSpPr/>
          <p:nvPr/>
        </p:nvSpPr>
        <p:spPr>
          <a:xfrm>
            <a:off x="3510147" y="2037529"/>
            <a:ext cx="545839" cy="545839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A628F2C-397F-4E4D-AD97-BE652C65B6EE}"/>
              </a:ext>
            </a:extLst>
          </p:cNvPr>
          <p:cNvSpPr/>
          <p:nvPr/>
        </p:nvSpPr>
        <p:spPr>
          <a:xfrm>
            <a:off x="2725172" y="3161861"/>
            <a:ext cx="545839" cy="545839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79CDAEA-C9B8-4E4B-9B1F-31898B4E1630}"/>
              </a:ext>
            </a:extLst>
          </p:cNvPr>
          <p:cNvSpPr/>
          <p:nvPr/>
        </p:nvSpPr>
        <p:spPr>
          <a:xfrm>
            <a:off x="3320518" y="3762549"/>
            <a:ext cx="545839" cy="545839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0017855-39F4-4B1A-BEE6-4512CC9641D4}"/>
              </a:ext>
            </a:extLst>
          </p:cNvPr>
          <p:cNvSpPr/>
          <p:nvPr/>
        </p:nvSpPr>
        <p:spPr>
          <a:xfrm>
            <a:off x="3487542" y="3643552"/>
            <a:ext cx="545839" cy="545839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588A90D-B319-4535-A0AF-6D408185B262}"/>
              </a:ext>
            </a:extLst>
          </p:cNvPr>
          <p:cNvSpPr/>
          <p:nvPr/>
        </p:nvSpPr>
        <p:spPr>
          <a:xfrm>
            <a:off x="4523144" y="3729820"/>
            <a:ext cx="545839" cy="545839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5B97CCF-261D-46B5-9D24-A191DC43165C}"/>
              </a:ext>
            </a:extLst>
          </p:cNvPr>
          <p:cNvSpPr/>
          <p:nvPr/>
        </p:nvSpPr>
        <p:spPr>
          <a:xfrm>
            <a:off x="4753081" y="1965209"/>
            <a:ext cx="545839" cy="545839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5A9416A-F183-4ED4-B5D5-D212752E468E}"/>
              </a:ext>
            </a:extLst>
          </p:cNvPr>
          <p:cNvGrpSpPr/>
          <p:nvPr/>
        </p:nvGrpSpPr>
        <p:grpSpPr>
          <a:xfrm>
            <a:off x="6896031" y="179750"/>
            <a:ext cx="411060" cy="335588"/>
            <a:chOff x="8330268" y="775676"/>
            <a:chExt cx="411060" cy="335588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19B3C31-D11D-4DCB-8AC0-3C40D6147D63}"/>
                </a:ext>
              </a:extLst>
            </p:cNvPr>
            <p:cNvSpPr/>
            <p:nvPr/>
          </p:nvSpPr>
          <p:spPr>
            <a:xfrm flipV="1">
              <a:off x="8330268" y="775676"/>
              <a:ext cx="411060" cy="7804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5A118C4B-786D-4DB1-B5CB-4965FBE53B59}"/>
                </a:ext>
              </a:extLst>
            </p:cNvPr>
            <p:cNvSpPr/>
            <p:nvPr/>
          </p:nvSpPr>
          <p:spPr>
            <a:xfrm flipV="1">
              <a:off x="8330268" y="905428"/>
              <a:ext cx="411060" cy="7804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B892B74-4F89-47E5-A4BA-C5B1A7A46AFB}"/>
                </a:ext>
              </a:extLst>
            </p:cNvPr>
            <p:cNvSpPr/>
            <p:nvPr/>
          </p:nvSpPr>
          <p:spPr>
            <a:xfrm flipV="1">
              <a:off x="8330268" y="1033215"/>
              <a:ext cx="411060" cy="7804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4062BB5F-395B-48FF-A309-D43892EEBB16}"/>
              </a:ext>
            </a:extLst>
          </p:cNvPr>
          <p:cNvGrpSpPr/>
          <p:nvPr/>
        </p:nvGrpSpPr>
        <p:grpSpPr>
          <a:xfrm>
            <a:off x="6408754" y="142014"/>
            <a:ext cx="411060" cy="411060"/>
            <a:chOff x="7101561" y="916702"/>
            <a:chExt cx="411060" cy="411060"/>
          </a:xfrm>
        </p:grpSpPr>
        <p:sp>
          <p:nvSpPr>
            <p:cNvPr id="38" name="Cross 37">
              <a:extLst>
                <a:ext uri="{FF2B5EF4-FFF2-40B4-BE49-F238E27FC236}">
                  <a16:creationId xmlns:a16="http://schemas.microsoft.com/office/drawing/2014/main" id="{5B005CAD-E544-49D4-AD6F-698345FDB73B}"/>
                </a:ext>
              </a:extLst>
            </p:cNvPr>
            <p:cNvSpPr/>
            <p:nvPr/>
          </p:nvSpPr>
          <p:spPr>
            <a:xfrm>
              <a:off x="7101561" y="916702"/>
              <a:ext cx="411060" cy="411060"/>
            </a:xfrm>
            <a:prstGeom prst="plus">
              <a:avLst>
                <a:gd name="adj" fmla="val 38680"/>
              </a:avLst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0" name="Cross 39">
              <a:extLst>
                <a:ext uri="{FF2B5EF4-FFF2-40B4-BE49-F238E27FC236}">
                  <a16:creationId xmlns:a16="http://schemas.microsoft.com/office/drawing/2014/main" id="{360F641D-FB62-4FA3-BD49-3DABF3122515}"/>
                </a:ext>
              </a:extLst>
            </p:cNvPr>
            <p:cNvSpPr/>
            <p:nvPr/>
          </p:nvSpPr>
          <p:spPr>
            <a:xfrm rot="2849300">
              <a:off x="7101561" y="916702"/>
              <a:ext cx="411060" cy="411060"/>
            </a:xfrm>
            <a:prstGeom prst="plus">
              <a:avLst>
                <a:gd name="adj" fmla="val 39190"/>
              </a:avLst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7FBCC76F-1C6C-40CB-93D4-FFDBDB5ED66E}"/>
                </a:ext>
              </a:extLst>
            </p:cNvPr>
            <p:cNvSpPr/>
            <p:nvPr/>
          </p:nvSpPr>
          <p:spPr>
            <a:xfrm>
              <a:off x="7231590" y="1043421"/>
              <a:ext cx="151001" cy="151001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681159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Nathan Watson</dc:creator>
  <cp:lastModifiedBy>Nathan Watson</cp:lastModifiedBy>
  <cp:revision>3</cp:revision>
  <dcterms:created xsi:type="dcterms:W3CDTF">2026-03-04T12:24:20Z</dcterms:created>
  <dcterms:modified xsi:type="dcterms:W3CDTF">2026-03-04T12:48:02Z</dcterms:modified>
</cp:coreProperties>
</file>