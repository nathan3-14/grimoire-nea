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3" r:id="rId2"/>
    <p:sldId id="274" r:id="rId3"/>
    <p:sldId id="275" r:id="rId4"/>
    <p:sldId id="263" r:id="rId5"/>
    <p:sldId id="264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56" r:id="rId14"/>
    <p:sldId id="262" r:id="rId15"/>
    <p:sldId id="259" r:id="rId16"/>
    <p:sldId id="260" r:id="rId17"/>
    <p:sldId id="261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Page" id="{A5826488-38DF-4FDA-87C3-C55905900BA0}">
          <p14:sldIdLst>
            <p14:sldId id="273"/>
          </p14:sldIdLst>
        </p14:section>
        <p14:section name="Settings" id="{068B0C66-0EE6-4B14-90A8-685C4C5C4999}">
          <p14:sldIdLst>
            <p14:sldId id="274"/>
          </p14:sldIdLst>
        </p14:section>
        <p14:section name="Credits" id="{C34AF634-0713-4C56-A4F3-DEBE9B7CA16B}">
          <p14:sldIdLst>
            <p14:sldId id="275"/>
          </p14:sldIdLst>
        </p14:section>
        <p14:section name="Grimoire Setup" id="{CCF5B2BF-7570-421D-8CA9-133BAF6C1597}">
          <p14:sldIdLst/>
        </p14:section>
        <p14:section name="Grimoire Page" id="{EEC3E71F-C955-4398-B2FF-CAAD0179358E}">
          <p14:sldIdLst>
            <p14:sldId id="263"/>
            <p14:sldId id="264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Other" id="{1644F89B-4735-4CA6-A8D6-2E3E0762D304}">
          <p14:sldIdLst>
            <p14:sldId id="256"/>
            <p14:sldId id="262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DAE3F3"/>
    <a:srgbClr val="922222"/>
    <a:srgbClr val="FF4747"/>
    <a:srgbClr val="053F85"/>
    <a:srgbClr val="F6F1B0"/>
    <a:srgbClr val="1B04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35" autoAdjust="0"/>
    <p:restoredTop sz="94660"/>
  </p:normalViewPr>
  <p:slideViewPr>
    <p:cSldViewPr snapToGrid="0">
      <p:cViewPr varScale="1">
        <p:scale>
          <a:sx n="92" d="100"/>
          <a:sy n="92" d="100"/>
        </p:scale>
        <p:origin x="3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359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710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567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199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399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511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313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21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71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552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970B3-99CF-4010-BD22-8A76CE724EA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3736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4.png"/><Relationship Id="rId5" Type="http://schemas.openxmlformats.org/officeDocument/2006/relationships/image" Target="../media/image10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7030A0"/>
            </a:gs>
            <a:gs pos="85000">
              <a:srgbClr val="00206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B2074E-F0CE-473E-AD67-4A5145ABC722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Blood on the Clocktower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516BE7-BF9C-4F42-ADEC-0110C13A5BA3}"/>
              </a:ext>
            </a:extLst>
          </p:cNvPr>
          <p:cNvSpPr/>
          <p:nvPr/>
        </p:nvSpPr>
        <p:spPr>
          <a:xfrm>
            <a:off x="2692400" y="2603500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New Grim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DC5F63-7457-4010-83FB-B46B6A1F6F0D}"/>
              </a:ext>
            </a:extLst>
          </p:cNvPr>
          <p:cNvSpPr/>
          <p:nvPr/>
        </p:nvSpPr>
        <p:spPr>
          <a:xfrm>
            <a:off x="2692400" y="3429000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Settings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582DC9E-E228-4C04-BF19-B8C4A88D913B}"/>
              </a:ext>
            </a:extLst>
          </p:cNvPr>
          <p:cNvSpPr/>
          <p:nvPr/>
        </p:nvSpPr>
        <p:spPr>
          <a:xfrm>
            <a:off x="2692400" y="4279901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Credits</a:t>
            </a:r>
          </a:p>
        </p:txBody>
      </p:sp>
    </p:spTree>
    <p:extLst>
      <p:ext uri="{BB962C8B-B14F-4D97-AF65-F5344CB8AC3E}">
        <p14:creationId xmlns:p14="http://schemas.microsoft.com/office/powerpoint/2010/main" val="3077673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7030A0"/>
            </a:gs>
            <a:gs pos="85000">
              <a:srgbClr val="00206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7C622-164D-41DF-9578-DE8FBDDE3F47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9668B-9D7B-4D02-9B26-680201DD941D}"/>
              </a:ext>
            </a:extLst>
          </p:cNvPr>
          <p:cNvSpPr txBox="1"/>
          <p:nvPr/>
        </p:nvSpPr>
        <p:spPr>
          <a:xfrm>
            <a:off x="990599" y="1968500"/>
            <a:ext cx="4405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Grimoire:</a:t>
            </a:r>
          </a:p>
          <a:p>
            <a:r>
              <a:rPr lang="en-GB" dirty="0">
                <a:solidFill>
                  <a:schemeClr val="bg1"/>
                </a:solidFill>
              </a:rPr>
              <a:t>	Background Colour:</a:t>
            </a:r>
            <a:r>
              <a:rPr lang="en-GB" dirty="0"/>
              <a:t> </a:t>
            </a:r>
            <a:r>
              <a:rPr lang="en-GB" dirty="0">
                <a:solidFill>
                  <a:schemeClr val="bg1"/>
                </a:solidFill>
                <a:highlight>
                  <a:srgbClr val="2E75B6"/>
                </a:highlight>
              </a:rPr>
              <a:t>#2E75B6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	Restricted Mode:</a:t>
            </a:r>
          </a:p>
          <a:p>
            <a:r>
              <a:rPr lang="en-GB" dirty="0">
                <a:solidFill>
                  <a:schemeClr val="bg1"/>
                </a:solidFill>
              </a:rPr>
              <a:t>		Collapse Reminders: yes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Language: English </a:t>
            </a:r>
            <a:r>
              <a:rPr lang="en-GB">
                <a:solidFill>
                  <a:schemeClr val="bg1"/>
                </a:solidFill>
              </a:rPr>
              <a:t>(currently only option</a:t>
            </a:r>
            <a:r>
              <a:rPr lang="en-GB" dirty="0">
                <a:solidFill>
                  <a:schemeClr val="bg1"/>
                </a:solidFill>
              </a:rPr>
              <a:t>)</a:t>
            </a:r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143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7030A0"/>
            </a:gs>
            <a:gs pos="85000">
              <a:srgbClr val="00206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3223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27E89C6F-0CEE-427F-BCEA-61DF6CFB7414}"/>
              </a:ext>
            </a:extLst>
          </p:cNvPr>
          <p:cNvGrpSpPr/>
          <p:nvPr/>
        </p:nvGrpSpPr>
        <p:grpSpPr>
          <a:xfrm>
            <a:off x="1114338" y="1591857"/>
            <a:ext cx="1440000" cy="1440000"/>
            <a:chOff x="5248094" y="546434"/>
            <a:chExt cx="1440000" cy="144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971C4BC-1515-49A7-9E33-96D578E0AC74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32328E5-8EA8-4162-9B52-444452AFA6DB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E8B7E61-77C7-4822-9172-E88C06982F1A}"/>
              </a:ext>
            </a:extLst>
          </p:cNvPr>
          <p:cNvGrpSpPr/>
          <p:nvPr/>
        </p:nvGrpSpPr>
        <p:grpSpPr>
          <a:xfrm>
            <a:off x="4055218" y="4320582"/>
            <a:ext cx="1440000" cy="1440000"/>
            <a:chOff x="3261301" y="664004"/>
            <a:chExt cx="1440000" cy="144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A981CA2-EDA4-44AB-8FAA-B48B329839E3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C5F064-972C-481B-82A4-8088106138E2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92AC4C6-DFE2-466A-881E-43E169FC6493}"/>
              </a:ext>
            </a:extLst>
          </p:cNvPr>
          <p:cNvGrpSpPr/>
          <p:nvPr/>
        </p:nvGrpSpPr>
        <p:grpSpPr>
          <a:xfrm>
            <a:off x="2321819" y="415056"/>
            <a:ext cx="1440000" cy="1440000"/>
            <a:chOff x="1731121" y="1976412"/>
            <a:chExt cx="1440000" cy="1440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D318C92-B600-448C-999D-2031F3BF836F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E78CEFD-C4E0-41E0-9B30-DD9BDD9F1062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03783CD-E663-47B5-897D-38DA4D64D269}"/>
              </a:ext>
            </a:extLst>
          </p:cNvPr>
          <p:cNvGrpSpPr/>
          <p:nvPr/>
        </p:nvGrpSpPr>
        <p:grpSpPr>
          <a:xfrm>
            <a:off x="4031641" y="1113627"/>
            <a:ext cx="1440000" cy="1440000"/>
            <a:chOff x="6656606" y="2014004"/>
            <a:chExt cx="1440000" cy="1440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059B4BC-EA43-496B-878C-5DDA9BE88771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B6B582E-1B8D-47CC-AFDD-F1EB467C3D33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EFC5B-A2CB-4A40-871B-E1B5AD24E987}"/>
              </a:ext>
            </a:extLst>
          </p:cNvPr>
          <p:cNvGrpSpPr/>
          <p:nvPr/>
        </p:nvGrpSpPr>
        <p:grpSpPr>
          <a:xfrm>
            <a:off x="3942180" y="3356619"/>
            <a:ext cx="1440000" cy="1440000"/>
            <a:chOff x="6098178" y="3786107"/>
            <a:chExt cx="1440000" cy="1440000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F85F98D-938C-4A21-8EF4-CC02A9C7F3B1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09978F-97C0-4ED5-AC3C-A012E355E884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5FA1E53-429D-4329-A9AE-7ADFE428508C}"/>
              </a:ext>
            </a:extLst>
          </p:cNvPr>
          <p:cNvGrpSpPr/>
          <p:nvPr/>
        </p:nvGrpSpPr>
        <p:grpSpPr>
          <a:xfrm>
            <a:off x="2395218" y="3193966"/>
            <a:ext cx="1440000" cy="1440000"/>
            <a:chOff x="4151932" y="4348169"/>
            <a:chExt cx="1440000" cy="1440000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FAA5261-537B-48B3-9D30-E2870F335C04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E6D2D68-8754-46F5-9140-21B8B73C2725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1872FB6-C909-45E5-BB21-5E3F7572B376}"/>
              </a:ext>
            </a:extLst>
          </p:cNvPr>
          <p:cNvGrpSpPr/>
          <p:nvPr/>
        </p:nvGrpSpPr>
        <p:grpSpPr>
          <a:xfrm>
            <a:off x="2824160" y="2078999"/>
            <a:ext cx="1440000" cy="1440000"/>
            <a:chOff x="1918852" y="3953887"/>
            <a:chExt cx="1440000" cy="1440000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50E8526-AE57-4F53-9A9A-7AD59445DFF4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C1FAF69-BE8A-4DBE-A5C8-B1E2CCD80D59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243BA83-2B43-409E-813B-725F6596A450}"/>
              </a:ext>
            </a:extLst>
          </p:cNvPr>
          <p:cNvGrpSpPr/>
          <p:nvPr/>
        </p:nvGrpSpPr>
        <p:grpSpPr>
          <a:xfrm>
            <a:off x="4280942" y="2583455"/>
            <a:ext cx="1440000" cy="1440000"/>
            <a:chOff x="3413701" y="2292868"/>
            <a:chExt cx="1440000" cy="1440000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138F6BD-3C24-48BA-81CD-DCF1FC342DB9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B2D2C99-C537-4055-AFE5-DF7C93E1F8CC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6871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</p:spTree>
    <p:extLst>
      <p:ext uri="{BB962C8B-B14F-4D97-AF65-F5344CB8AC3E}">
        <p14:creationId xmlns:p14="http://schemas.microsoft.com/office/powerpoint/2010/main" val="2105486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0D346F-1895-4B97-9D5D-17BC5652718D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B2047B2-D95E-4263-AD70-6B9631BC1633}"/>
              </a:ext>
            </a:extLst>
          </p:cNvPr>
          <p:cNvSpPr/>
          <p:nvPr/>
        </p:nvSpPr>
        <p:spPr>
          <a:xfrm>
            <a:off x="7257502" y="989053"/>
            <a:ext cx="1440000" cy="1440000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  <a:hlinkClick r:id="" action="ppaction://hlinkshowjump?jump=nextslide"/>
              </a:rPr>
              <a:t>[Change Character]</a:t>
            </a:r>
            <a:endParaRPr lang="en-GB" sz="105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EE9977-E822-4A45-8548-0C52C3834658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0E19F4-EF31-457A-AC03-0ABD9E338C26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F1CE75-56D9-4D61-A11A-FDEBDBCB891A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01350B-DEAA-4457-BF4A-7DB9EFB04442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285143-53E5-478D-A552-8EEFBF4EADB4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CB3566-DCE1-476D-B583-3064938AC6D3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80FA9-6723-4301-835C-ED66C648E5D6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0286BBC-C683-4F2B-B37D-A7E030FC6DDB}"/>
              </a:ext>
            </a:extLst>
          </p:cNvPr>
          <p:cNvSpPr/>
          <p:nvPr/>
        </p:nvSpPr>
        <p:spPr>
          <a:xfrm rot="5400000">
            <a:off x="7793902" y="83882"/>
            <a:ext cx="360000" cy="1432800"/>
          </a:xfrm>
          <a:prstGeom prst="leftBrace">
            <a:avLst>
              <a:gd name="adj1" fmla="val 99500"/>
              <a:gd name="adj2" fmla="val 49215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107C08-3E8C-4452-BF5C-759E9A8626DA}"/>
              </a:ext>
            </a:extLst>
          </p:cNvPr>
          <p:cNvSpPr txBox="1"/>
          <p:nvPr/>
        </p:nvSpPr>
        <p:spPr>
          <a:xfrm>
            <a:off x="7575395" y="313672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</p:spTree>
    <p:extLst>
      <p:ext uri="{BB962C8B-B14F-4D97-AF65-F5344CB8AC3E}">
        <p14:creationId xmlns:p14="http://schemas.microsoft.com/office/powerpoint/2010/main" val="79202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0D346F-1895-4B97-9D5D-17BC5652718D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B2047B2-D95E-4263-AD70-6B9631BC1633}"/>
              </a:ext>
            </a:extLst>
          </p:cNvPr>
          <p:cNvSpPr/>
          <p:nvPr/>
        </p:nvSpPr>
        <p:spPr>
          <a:xfrm>
            <a:off x="7257502" y="989053"/>
            <a:ext cx="1440000" cy="1440000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EE9977-E822-4A45-8548-0C52C3834658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0E19F4-EF31-457A-AC03-0ABD9E338C26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F1CE75-56D9-4D61-A11A-FDEBDBCB891A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01350B-DEAA-4457-BF4A-7DB9EFB04442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285143-53E5-478D-A552-8EEFBF4EADB4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CB3566-DCE1-476D-B583-3064938AC6D3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80FA9-6723-4301-835C-ED66C648E5D6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0286BBC-C683-4F2B-B37D-A7E030FC6DDB}"/>
              </a:ext>
            </a:extLst>
          </p:cNvPr>
          <p:cNvSpPr/>
          <p:nvPr/>
        </p:nvSpPr>
        <p:spPr>
          <a:xfrm rot="5400000">
            <a:off x="7793902" y="83882"/>
            <a:ext cx="360000" cy="1432800"/>
          </a:xfrm>
          <a:prstGeom prst="leftBrace">
            <a:avLst>
              <a:gd name="adj1" fmla="val 99500"/>
              <a:gd name="adj2" fmla="val 49215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107C08-3E8C-4452-BF5C-759E9A8626DA}"/>
              </a:ext>
            </a:extLst>
          </p:cNvPr>
          <p:cNvSpPr txBox="1"/>
          <p:nvPr/>
        </p:nvSpPr>
        <p:spPr>
          <a:xfrm>
            <a:off x="7575395" y="313672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802792-D90D-4475-ABB2-47044F0DFFCC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90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7D20D1F-AA8C-4E53-85EF-473FD82E7E8D}"/>
              </a:ext>
            </a:extLst>
          </p:cNvPr>
          <p:cNvGrpSpPr/>
          <p:nvPr/>
        </p:nvGrpSpPr>
        <p:grpSpPr>
          <a:xfrm>
            <a:off x="3116818" y="2069961"/>
            <a:ext cx="720000" cy="720000"/>
            <a:chOff x="1918852" y="3953887"/>
            <a:chExt cx="720000" cy="1440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F77638A-510E-4921-A99C-F187760BFAF1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D002AA5-0723-4A4A-A514-6D61B9125AED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F76252D-D8CA-42E5-8E24-9BB4931D32E5}"/>
              </a:ext>
            </a:extLst>
          </p:cNvPr>
          <p:cNvGrpSpPr/>
          <p:nvPr/>
        </p:nvGrpSpPr>
        <p:grpSpPr>
          <a:xfrm>
            <a:off x="3945861" y="2069053"/>
            <a:ext cx="720000" cy="720000"/>
            <a:chOff x="1918852" y="3953887"/>
            <a:chExt cx="720000" cy="144000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FDEA8DFF-033B-4A36-92C2-6E009430E4F0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C608E5B-8BE0-420D-8F1E-7F6AD8CAD7B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	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16D3133-92F0-49F2-B7E7-225830AE7A3D}"/>
              </a:ext>
            </a:extLst>
          </p:cNvPr>
          <p:cNvGrpSpPr/>
          <p:nvPr/>
        </p:nvGrpSpPr>
        <p:grpSpPr>
          <a:xfrm>
            <a:off x="4772851" y="2065299"/>
            <a:ext cx="720000" cy="720000"/>
            <a:chOff x="1918852" y="3953887"/>
            <a:chExt cx="720000" cy="1440000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D83D2AF1-9BF1-49EE-B96D-11C925A20B33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BE1E8E7-9D92-4786-BBD2-4E860AA0709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Investigator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0A02C52-7DE3-4462-8EBB-8F00C95A6298}"/>
              </a:ext>
            </a:extLst>
          </p:cNvPr>
          <p:cNvGrpSpPr/>
          <p:nvPr/>
        </p:nvGrpSpPr>
        <p:grpSpPr>
          <a:xfrm>
            <a:off x="3119558" y="2876207"/>
            <a:ext cx="720000" cy="720000"/>
            <a:chOff x="1918852" y="3953887"/>
            <a:chExt cx="720000" cy="1440000"/>
          </a:xfrm>
        </p:grpSpPr>
        <p:sp>
          <p:nvSpPr>
            <p:cNvPr id="53" name="Oval 5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26031892-1BC3-44FE-AF2F-664DF7DAFED3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B4C697D-E6AC-4D07-B316-21869370D451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E1C12B1-E587-46DF-9D5A-7D97048DCA16}"/>
              </a:ext>
            </a:extLst>
          </p:cNvPr>
          <p:cNvGrpSpPr/>
          <p:nvPr/>
        </p:nvGrpSpPr>
        <p:grpSpPr>
          <a:xfrm>
            <a:off x="3948601" y="2875299"/>
            <a:ext cx="720000" cy="720000"/>
            <a:chOff x="1918852" y="3953887"/>
            <a:chExt cx="720000" cy="1440000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868E5A91-40D0-48D4-A3B2-8A30C31C5482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B452D46-F61F-4E37-BA18-44D2A98D2D2C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Spy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1A5BD87-E69F-4705-BF2F-4836F4791414}"/>
              </a:ext>
            </a:extLst>
          </p:cNvPr>
          <p:cNvGrpSpPr/>
          <p:nvPr/>
        </p:nvGrpSpPr>
        <p:grpSpPr>
          <a:xfrm>
            <a:off x="4775591" y="2871545"/>
            <a:ext cx="720000" cy="720000"/>
            <a:chOff x="1918852" y="3953887"/>
            <a:chExt cx="720000" cy="1440000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31E9571-033D-4194-8D7E-0A9DB149871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783CBD9-CEA2-489E-9D06-CD603887513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Scarlet Woman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926E0F8-DCE7-4462-A0B6-D6E6DD2E0F59}"/>
              </a:ext>
            </a:extLst>
          </p:cNvPr>
          <p:cNvSpPr txBox="1"/>
          <p:nvPr/>
        </p:nvSpPr>
        <p:spPr>
          <a:xfrm>
            <a:off x="3269956" y="3635500"/>
            <a:ext cx="26961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(all characters on script are shown here)</a:t>
            </a:r>
          </a:p>
        </p:txBody>
      </p:sp>
    </p:spTree>
    <p:extLst>
      <p:ext uri="{BB962C8B-B14F-4D97-AF65-F5344CB8AC3E}">
        <p14:creationId xmlns:p14="http://schemas.microsoft.com/office/powerpoint/2010/main" val="307130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791482-129E-4944-BAA2-4EB02CAC20E3}"/>
              </a:ext>
            </a:extLst>
          </p:cNvPr>
          <p:cNvSpPr/>
          <p:nvPr/>
        </p:nvSpPr>
        <p:spPr>
          <a:xfrm>
            <a:off x="3004517" y="3193818"/>
            <a:ext cx="479788" cy="47978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+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903A60-965A-4559-BA0E-9C479C50BED7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BEB7CF3-C7F6-4919-ADA2-7269BF9D4CC3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3931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791482-129E-4944-BAA2-4EB02CAC20E3}"/>
              </a:ext>
            </a:extLst>
          </p:cNvPr>
          <p:cNvSpPr/>
          <p:nvPr/>
        </p:nvSpPr>
        <p:spPr>
          <a:xfrm>
            <a:off x="3004517" y="3193818"/>
            <a:ext cx="479788" cy="47978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+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903A60-965A-4559-BA0E-9C479C50BED7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BEB7CF3-C7F6-4919-ADA2-7269BF9D4CC3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653054-127E-4F6C-9598-3BB73D13F6B0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90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3116818" y="2069961"/>
            <a:ext cx="720000" cy="720000"/>
            <a:chOff x="1918852" y="3953887"/>
            <a:chExt cx="720000" cy="1440000"/>
          </a:xfrm>
        </p:grpSpPr>
        <p:sp>
          <p:nvSpPr>
            <p:cNvPr id="53" name="Oval 5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10857-1065-430C-822D-07FDCC581BB1}"/>
              </a:ext>
            </a:extLst>
          </p:cNvPr>
          <p:cNvGrpSpPr/>
          <p:nvPr/>
        </p:nvGrpSpPr>
        <p:grpSpPr>
          <a:xfrm>
            <a:off x="3948807" y="2069961"/>
            <a:ext cx="720000" cy="720000"/>
            <a:chOff x="1918852" y="3953887"/>
            <a:chExt cx="720000" cy="1440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B655D36-FA9C-4299-ACCE-955ECB198905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DEB9576-D1F6-4202-868A-3B18D2E79F0A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Wrong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8AFD200-4133-40A9-B8F7-05ACB09C1F76}"/>
              </a:ext>
            </a:extLst>
          </p:cNvPr>
          <p:cNvGrpSpPr/>
          <p:nvPr/>
        </p:nvGrpSpPr>
        <p:grpSpPr>
          <a:xfrm>
            <a:off x="4789322" y="2106456"/>
            <a:ext cx="720000" cy="720000"/>
            <a:chOff x="1918852" y="3953887"/>
            <a:chExt cx="720000" cy="144000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2D62941-E50F-43E1-8F5F-BCAFF510C059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7DAD0067-9099-4F72-A9E2-E3AEFEC270EB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Outsider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5FE1A46-20F8-463F-A506-8B1371FCAC66}"/>
              </a:ext>
            </a:extLst>
          </p:cNvPr>
          <p:cNvGrpSpPr/>
          <p:nvPr/>
        </p:nvGrpSpPr>
        <p:grpSpPr>
          <a:xfrm>
            <a:off x="5671156" y="2104549"/>
            <a:ext cx="720000" cy="720000"/>
            <a:chOff x="1918852" y="3953887"/>
            <a:chExt cx="720000" cy="1440000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DA79CBA-A2F1-4ECE-972A-263AF3406CC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C6EA0A7-9008-418A-AE5C-C12A51E27D3D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Wrong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A20EAC6-41C4-4994-A718-A30E11759094}"/>
              </a:ext>
            </a:extLst>
          </p:cNvPr>
          <p:cNvSpPr txBox="1"/>
          <p:nvPr/>
        </p:nvSpPr>
        <p:spPr>
          <a:xfrm>
            <a:off x="3269957" y="3635500"/>
            <a:ext cx="21997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(all characters with reminders on script are shown here)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3E49A3E-06A1-469A-9657-13BB9AF63FF2}"/>
              </a:ext>
            </a:extLst>
          </p:cNvPr>
          <p:cNvGrpSpPr/>
          <p:nvPr/>
        </p:nvGrpSpPr>
        <p:grpSpPr>
          <a:xfrm>
            <a:off x="3143169" y="2904091"/>
            <a:ext cx="720000" cy="720000"/>
            <a:chOff x="1918852" y="3953887"/>
            <a:chExt cx="720000" cy="1440000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49876E1-E5C0-497F-81DF-5F8343D7D9A5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246699D-B4DE-4B10-87E7-B0E230951859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Demon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982D342-ABC6-43E4-A485-A3DC530038D3}"/>
              </a:ext>
            </a:extLst>
          </p:cNvPr>
          <p:cNvGrpSpPr/>
          <p:nvPr/>
        </p:nvGrpSpPr>
        <p:grpSpPr>
          <a:xfrm>
            <a:off x="3953040" y="2905260"/>
            <a:ext cx="720000" cy="720000"/>
            <a:chOff x="1918852" y="3953887"/>
            <a:chExt cx="720000" cy="1440000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7BCEE7B9-CB43-45B1-870B-3955E508EA3C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13C4F3-6318-43C1-8093-F7BA5A698817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Poisoned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749CBDB-6979-4E94-94B7-5F4F2CF9ECDE}"/>
              </a:ext>
            </a:extLst>
          </p:cNvPr>
          <p:cNvGrpSpPr/>
          <p:nvPr/>
        </p:nvGrpSpPr>
        <p:grpSpPr>
          <a:xfrm>
            <a:off x="4803220" y="2905556"/>
            <a:ext cx="720000" cy="720000"/>
            <a:chOff x="1918852" y="3953887"/>
            <a:chExt cx="720000" cy="144000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8837AA16-DF53-4B43-BE28-FE073D0D3C34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F25548C-08B2-41EA-A948-ECC254C5B5D4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Dead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108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2976609" y="3200490"/>
            <a:ext cx="510140" cy="510140"/>
            <a:chOff x="1918852" y="3953887"/>
            <a:chExt cx="720000" cy="1440000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6609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2976609" y="3200490"/>
            <a:ext cx="510140" cy="510140"/>
            <a:chOff x="1918852" y="3953887"/>
            <a:chExt cx="720000" cy="1440000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  <p:sp>
        <p:nvSpPr>
          <p:cNvPr id="18" name="Multiplication Sign 1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635C8DD-0F94-4E19-9450-23763277E9F8}"/>
              </a:ext>
            </a:extLst>
          </p:cNvPr>
          <p:cNvSpPr/>
          <p:nvPr/>
        </p:nvSpPr>
        <p:spPr>
          <a:xfrm>
            <a:off x="3045661" y="3269542"/>
            <a:ext cx="372036" cy="372036"/>
          </a:xfrm>
          <a:prstGeom prst="mathMultiply">
            <a:avLst>
              <a:gd name="adj1" fmla="val 19424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BB0EE0-A76E-459B-854C-975A535D1795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CA8DCB8-E676-493C-B144-A86F1FAB668D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9070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Alice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Bob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Carol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Dave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Elliot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Freddy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Grace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80377" y="189700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Haley</a:t>
            </a:r>
          </a:p>
        </p:txBody>
      </p:sp>
    </p:spTree>
    <p:extLst>
      <p:ext uri="{BB962C8B-B14F-4D97-AF65-F5344CB8AC3E}">
        <p14:creationId xmlns:p14="http://schemas.microsoft.com/office/powerpoint/2010/main" val="3769036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2643A07D-5A86-BB99-BD9F-C8A4928688CE}"/>
              </a:ext>
            </a:extLst>
          </p:cNvPr>
          <p:cNvSpPr/>
          <p:nvPr/>
        </p:nvSpPr>
        <p:spPr>
          <a:xfrm>
            <a:off x="3855026" y="313458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FC783C0-A974-6459-C045-B298A206D352}"/>
              </a:ext>
            </a:extLst>
          </p:cNvPr>
          <p:cNvSpPr/>
          <p:nvPr/>
        </p:nvSpPr>
        <p:spPr>
          <a:xfrm>
            <a:off x="5605894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FB6DC38-6407-1ADC-0131-32ED14C08696}"/>
              </a:ext>
            </a:extLst>
          </p:cNvPr>
          <p:cNvSpPr/>
          <p:nvPr/>
        </p:nvSpPr>
        <p:spPr>
          <a:xfrm>
            <a:off x="6322867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239F3A0-C32E-836B-E0A5-8DCBCC93CC94}"/>
              </a:ext>
            </a:extLst>
          </p:cNvPr>
          <p:cNvSpPr/>
          <p:nvPr/>
        </p:nvSpPr>
        <p:spPr>
          <a:xfrm>
            <a:off x="5605894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D55022B-64D8-65D4-C1B5-E7473710079A}"/>
              </a:ext>
            </a:extLst>
          </p:cNvPr>
          <p:cNvSpPr/>
          <p:nvPr/>
        </p:nvSpPr>
        <p:spPr>
          <a:xfrm>
            <a:off x="3855026" y="5110595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A460C49-2524-F521-B005-1CD4DCF412B8}"/>
              </a:ext>
            </a:extLst>
          </p:cNvPr>
          <p:cNvSpPr/>
          <p:nvPr/>
        </p:nvSpPr>
        <p:spPr>
          <a:xfrm>
            <a:off x="2104158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060445E-7EEF-84B1-E719-71F563F0300C}"/>
              </a:ext>
            </a:extLst>
          </p:cNvPr>
          <p:cNvSpPr/>
          <p:nvPr/>
        </p:nvSpPr>
        <p:spPr>
          <a:xfrm>
            <a:off x="1387185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1489E6-629F-4A8B-3465-C001CA9D1009}"/>
              </a:ext>
            </a:extLst>
          </p:cNvPr>
          <p:cNvSpPr/>
          <p:nvPr/>
        </p:nvSpPr>
        <p:spPr>
          <a:xfrm>
            <a:off x="2104157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8 Points 12">
            <a:extLst>
              <a:ext uri="{FF2B5EF4-FFF2-40B4-BE49-F238E27FC236}">
                <a16:creationId xmlns:a16="http://schemas.microsoft.com/office/drawing/2014/main" id="{BAB9D564-A872-BD46-357A-3FF4A71E7C43}"/>
              </a:ext>
            </a:extLst>
          </p:cNvPr>
          <p:cNvSpPr/>
          <p:nvPr/>
        </p:nvSpPr>
        <p:spPr>
          <a:xfrm>
            <a:off x="2104158" y="1030431"/>
            <a:ext cx="4935683" cy="4797137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7300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F8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1CAF2-8C2F-F626-4D8C-52DE5637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E9ED819A-CA3E-50B5-D7E2-22E9B3E3A8BD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D98BB2-E90E-3B45-0C49-4C7E7B4EB0D3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C31709-064D-5D89-377B-2FB8899B1FD9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C90E19-6E8E-5B1E-20C0-F76AFEF02569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2C5F8CC-102F-B651-9A97-9CA87EBA1BBB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9D89A60-560B-95F9-2D91-CB8376BF643B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07216A7-5044-6730-93CC-81BF90B16764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0FDE90B-FE3D-E8A2-0DC6-C0460345FA9D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6F3A39B-3033-D51F-6EFA-CE657FBE07B8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13EF75-C671-BDCD-F9F5-34B3C8B203D5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ADC3FF-4957-AEA6-22D2-E9EAE6D5D0F6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A8C25D0-4130-0613-F582-D7240861B8CD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90C0E36-A130-FD1D-DB85-839F557E789F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2965AFB-4383-14E8-BABB-38345A75F87F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7B5B9C5-09BB-08EF-AC01-3553C57105BD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FF54CAA-898A-7529-1C59-4381E2E9AF3A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DF24D23-573A-5D64-9D22-B7C5A8C7C0C7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45741DA-76B8-C750-75F3-19EC624BF2D6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E80F51-88CD-6C20-4001-D979DA5F6E76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63A53B-E877-3B8E-5E3A-742B90F107D0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0F668CB-4402-DFFA-56AD-E5251B3B4C5B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366942A-0F64-8BC9-CDE5-13B1B692D804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594B7D7-3004-0F0B-AC93-04181D218750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C978071-CFD9-AF32-DC9A-9E35887E3733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E00EBE1-4ABD-3DD5-6DC4-0CC886DA9AD1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F1A80D50-6334-3B52-B34B-FFDAF505DBD2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C142C5-5F52-1252-6FBD-6820E04F8A92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A23862-13A0-A5A2-1042-5758BC25CF8C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DD88F7-1F78-8BC5-EE92-2C077CFBB5B8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5DFFF76-3E66-EA43-071D-E26B898CA4ED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B196CCC3-C822-9610-9CAF-C88F257B11EF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8362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F8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A1ADD-C855-6198-6B6F-3CA48AD08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9FCC071-FB47-B87E-897A-2906DCEB2F73}"/>
              </a:ext>
            </a:extLst>
          </p:cNvPr>
          <p:cNvSpPr/>
          <p:nvPr/>
        </p:nvSpPr>
        <p:spPr>
          <a:xfrm>
            <a:off x="10617172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E523E9-B44B-3951-92E7-80489C92E434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6891D41-0EB1-975E-9C02-BDE8F99401D1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36C7AB5-FE14-CD96-2FEC-7FDD9AE70BD4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8DB45D1-4710-8533-E3F1-11A9F027CCC1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A46AC0B-A31E-A9FE-ECCB-7D9B4C616E53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5ED669-62BA-5B25-970D-AAF34C61B3A3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B4E20-D67F-CDDA-6B10-BA05625BCE88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285DC8D-7737-F78C-2594-12B37420A2F9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559408-FC5A-FCB5-EF80-A5E542D93839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F18395A-4C6F-DE11-315B-9785478E4F0E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2F81BCE-0788-1C0A-7CC2-AE1F2A26D321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D2BFA37-E54B-6061-1B76-775CB4C9E29A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A845B7D-8DB1-9221-6149-23BD03A7A1C6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DF759FD-CEA8-A3AE-2AC0-AE8641EB3152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43DFF15-2B6A-E7B7-8396-5B4E33CFB155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41F4C31-0528-5E82-085B-F622991AD6FF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3032D24-A608-135E-F3A0-61DBF0896B13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484A20-727B-9637-040A-BB229C3E5E0C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820FCE-C96F-CA27-DA74-6B42C845BAB7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A12530-D13E-216C-1F0E-4FCED2DDD996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3500AA8-F1A6-25B2-B940-596156C1A1BC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78B0870-DEDB-ADD6-3920-ED9396BB18AB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457E77D-13E9-C4F3-BA7D-C62C8AC506C7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257842A-A629-895F-3AF2-932225F07BD8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28DB5FA3-EB92-D4A4-09AF-4C54A3EE7909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D4A44-2911-9908-202F-8AE0EA25AB0B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C8AAFAE-3F0B-C0E1-DF2C-BB3DE72C9A46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8B71E1B-8C19-BE4B-EA3B-2ED9A31CBD6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77D7F03-FE7D-0511-D36D-76A421B5112E}"/>
              </a:ext>
            </a:extLst>
          </p:cNvPr>
          <p:cNvSpPr/>
          <p:nvPr/>
        </p:nvSpPr>
        <p:spPr>
          <a:xfrm>
            <a:off x="6087567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Multiplication Sign 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D2838554-9454-9706-8B9B-5487CEEBE09D}"/>
              </a:ext>
            </a:extLst>
          </p:cNvPr>
          <p:cNvSpPr/>
          <p:nvPr/>
        </p:nvSpPr>
        <p:spPr>
          <a:xfrm>
            <a:off x="8222152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098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F8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83911-5F79-B295-AE52-E39751ED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extLst>
              <a:ext uri="{FF2B5EF4-FFF2-40B4-BE49-F238E27FC236}">
                <a16:creationId xmlns:a16="http://schemas.microsoft.com/office/drawing/2014/main" id="{5959E807-547B-DC1F-7373-6CB7B75336F1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6848B4D-3861-ACE9-8A68-6C0D13D94F8D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46D7C58-B309-6BEA-B202-933B0EB8DC86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9412BC9-C952-8C33-4254-ED1702F98FF5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A25CD05-4183-281E-4007-9EFD95A55497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3D83623-0C96-440E-60F9-DE348A78B4FE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FC0D752-1C5B-099A-10FE-5DA9CEE37337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B4B0130-CD64-60BA-3D72-083221ACE18A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BFF0C85-2F7E-F3F2-0520-5A3D0898793E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A9FCA-F6FA-75D8-8A50-7A10397842E3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172A47A-9FA6-F2FC-0D3B-D7745B48837D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355F9E5-451B-F1BB-F251-42656642B1EF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80187B9-2DBF-2A30-ECEE-D700A264C163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9BD3DCE-6CCE-B913-CABA-E8C494451D35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3A7DE67-9AE2-C7C7-9B3C-7FB9A2541AB2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4D3EB60-2BE3-0C09-3A41-E8CCE6F781C8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4629A9C-26EC-0E54-C1D9-120E18D72E6E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B74E171-2DA3-AFC5-CC9B-499E09B5D6D6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40AB335-2C2E-3B51-CF99-73DE84CCADFB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2B1749-986D-C964-AB42-07087D23BD1C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AC87E0D-20B9-FCF3-B90F-0F6CD415D1D4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DBF0C0A-63A3-811E-2ECC-BB605F65D286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86574F-5F36-962A-BF66-B9DDD8C702BE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454244F-843F-0857-C2F2-344519A29694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2E610D7-6699-4D8B-6E42-226209392E45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7F92C916-FC01-4EDD-A78F-38DE6552F6BC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32D10A-FE72-E05B-300F-A7A8AA2D92D5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D4AF5E-7837-583B-DF74-7A3B42CC7AA8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DE6F424-1661-99C6-CE37-362D665E09F8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FFF917E-2F09-B70A-7AAB-E645D7BE464D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3B45B39-86C6-33BD-0431-6CF98E50BB49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348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F8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4C3DA5-A5AC-26CB-80A4-67E1BA0CE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extLst>
              <a:ext uri="{FF2B5EF4-FFF2-40B4-BE49-F238E27FC236}">
                <a16:creationId xmlns:a16="http://schemas.microsoft.com/office/drawing/2014/main" id="{66D64A8B-380C-0C13-44EA-2C4634465CD4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8BA860E-2F33-FA69-7B8F-72E8045E2BBD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F4CD565-D465-EF24-6997-2A3530229B46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F1C04D5-012C-E267-5D90-0082886068A8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928FCFD-94B7-363B-2A50-A5F04D89926F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A997F6-1561-8FC3-9C99-7E8907D37433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F07B15A-BC89-83C4-DC21-C38C02B3B6E9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BB62AA2-2777-55FB-063E-4A65BB230359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BFF9263-4B00-3879-4F9F-5A2E0D0EE500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4CE19D-9AFF-55FB-99DB-7281E8A77A90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FDB4DC-F433-6A8D-CD35-A19CA4151002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8C5C6F2-5959-E42B-C761-EBDB64F80746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A2D8727-DDFC-ECB7-3C1A-5B0FB3860A99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87DB94-360A-6210-B465-9224589DF7ED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6DF6C85-6D9F-CA33-9789-835030466807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6A8DF6CB-785F-B08A-E657-10B7118F146B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DD19D7F-8481-D3C3-B328-3FBD498BC5D6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8B54974-9FEF-DB6B-6BE5-88562D99F217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D0F7D04-28CA-0A08-68C2-0671627663FC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A78FF9-3959-DAA8-873C-223833CFE52E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C9E2F24-0EEB-243D-225D-961DD744F740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7502BF4-3C73-C724-502B-C9388FB77830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27CEAF-73B8-413C-ECFE-F1557CE64153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022CCA8-4859-246C-A54B-A6B924C90486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B5322A4-3FE2-BB5D-89FF-DA05BAEA4BB2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96832B70-B27C-F80D-3BA2-6DF77F181081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2D2BBA-6179-E6CA-0CD3-5E5AF2B61A4D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F16504-BD43-A84E-0905-D0A1A389790E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5E1B931-7BA9-0639-191A-58131A62073A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DFDC064-D515-17A1-A9E3-5275AB2E881A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D5AA95F3-54A1-6B12-F3D1-A8DC8D844BAA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B5496E-D5FA-A186-A499-A63B44E5BCE4}"/>
              </a:ext>
            </a:extLst>
          </p:cNvPr>
          <p:cNvSpPr/>
          <p:nvPr/>
        </p:nvSpPr>
        <p:spPr>
          <a:xfrm>
            <a:off x="7091794" y="1024202"/>
            <a:ext cx="1330037" cy="2204605"/>
          </a:xfrm>
          <a:prstGeom prst="roundRect">
            <a:avLst/>
          </a:prstGeom>
          <a:solidFill>
            <a:srgbClr val="DAE3F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D86057-8A7F-235C-D733-673B179D02EA}"/>
              </a:ext>
            </a:extLst>
          </p:cNvPr>
          <p:cNvSpPr/>
          <p:nvPr/>
        </p:nvSpPr>
        <p:spPr>
          <a:xfrm>
            <a:off x="7129638" y="1078461"/>
            <a:ext cx="1260000" cy="1432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/>
              <a:t>Change Character</a:t>
            </a:r>
          </a:p>
        </p:txBody>
      </p:sp>
    </p:spTree>
    <p:extLst>
      <p:ext uri="{BB962C8B-B14F-4D97-AF65-F5344CB8AC3E}">
        <p14:creationId xmlns:p14="http://schemas.microsoft.com/office/powerpoint/2010/main" val="87046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148</TotalTime>
  <Words>540</Words>
  <Application>Microsoft Office PowerPoint</Application>
  <PresentationFormat>On-screen Show (4:3)</PresentationFormat>
  <Paragraphs>268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Old English Text MT</vt:lpstr>
      <vt:lpstr>Papyrus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Watson</dc:creator>
  <cp:lastModifiedBy>Nathan Watson</cp:lastModifiedBy>
  <cp:revision>30</cp:revision>
  <dcterms:created xsi:type="dcterms:W3CDTF">2026-03-04T12:24:20Z</dcterms:created>
  <dcterms:modified xsi:type="dcterms:W3CDTF">2026-04-24T09:31:58Z</dcterms:modified>
</cp:coreProperties>
</file>